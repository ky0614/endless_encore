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5"/>
  </p:notesMasterIdLst>
  <p:sldIdLst>
    <p:sldId id="256" r:id="rId5"/>
    <p:sldId id="264" r:id="rId6"/>
    <p:sldId id="266" r:id="rId7"/>
    <p:sldId id="267" r:id="rId8"/>
    <p:sldId id="258" r:id="rId9"/>
    <p:sldId id="257" r:id="rId10"/>
    <p:sldId id="262" r:id="rId11"/>
    <p:sldId id="263" r:id="rId12"/>
    <p:sldId id="259" r:id="rId13"/>
    <p:sldId id="26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yd33SDkWUcqlXidO/PpLYvlpv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B4EEF-8C40-0107-3004-8253C5973FF3}" v="2" dt="2025-11-14T01:00:35.268"/>
  </p1510:revLst>
</p1510:revInfo>
</file>

<file path=ppt/tableStyles.xml><?xml version="1.0" encoding="utf-8"?>
<a:tblStyleLst xmlns:a="http://schemas.openxmlformats.org/drawingml/2006/main" def="{5ADC5ADE-D0D3-4B66-969F-62F8239F4C0F}">
  <a:tblStyle styleId="{5ADC5ADE-D0D3-4B66-969F-62F8239F4C0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0" y="5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坂本 拓也" userId="S::s_takuya@s.asojuku.ac.jp::d347bcea-8ce2-4fd3-9452-afeb23234a21" providerId="AD" clId="Web-{218B4EEF-8C40-0107-3004-8253C5973FF3}"/>
    <pc:docChg chg="modSld">
      <pc:chgData name="坂本 拓也" userId="S::s_takuya@s.asojuku.ac.jp::d347bcea-8ce2-4fd3-9452-afeb23234a21" providerId="AD" clId="Web-{218B4EEF-8C40-0107-3004-8253C5973FF3}" dt="2025-11-14T01:00:35.268" v="1" actId="20577"/>
      <pc:docMkLst>
        <pc:docMk/>
      </pc:docMkLst>
      <pc:sldChg chg="modSp">
        <pc:chgData name="坂本 拓也" userId="S::s_takuya@s.asojuku.ac.jp::d347bcea-8ce2-4fd3-9452-afeb23234a21" providerId="AD" clId="Web-{218B4EEF-8C40-0107-3004-8253C5973FF3}" dt="2025-11-14T01:00:35.268" v="1" actId="20577"/>
        <pc:sldMkLst>
          <pc:docMk/>
          <pc:sldMk cId="0" sldId="256"/>
        </pc:sldMkLst>
        <pc:spChg chg="mod">
          <ac:chgData name="坂本 拓也" userId="S::s_takuya@s.asojuku.ac.jp::d347bcea-8ce2-4fd3-9452-afeb23234a21" providerId="AD" clId="Web-{218B4EEF-8C40-0107-3004-8253C5973FF3}" dt="2025-11-14T01:00:35.268" v="1" actId="20577"/>
          <ac:spMkLst>
            <pc:docMk/>
            <pc:sldMk cId="0" sldId="256"/>
            <ac:spMk id="5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62280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15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879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127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8054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130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382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598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2437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99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279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4911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504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857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803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997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376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12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378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011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373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38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390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149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2400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2513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299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8096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188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kumimoji="1"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ja" sz="4400"/>
              <a:t>【</a:t>
            </a:r>
            <a:r>
              <a:rPr lang="ja-JP" altLang="en-US" sz="4400"/>
              <a:t>就職作品展</a:t>
            </a:r>
            <a:r>
              <a:rPr lang="en-US" altLang="ja-JP" sz="4400" dirty="0"/>
              <a:t>_</a:t>
            </a:r>
            <a:r>
              <a:rPr lang="ja" sz="4400"/>
              <a:t>振り返り】</a:t>
            </a: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ja-JP" altLang="en-US" dirty="0" smtClean="0">
                <a:solidFill>
                  <a:schemeClr val="tx1"/>
                </a:solidFill>
              </a:rPr>
              <a:t>善原敬子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ct val="111111"/>
            </a:pPr>
            <a:r>
              <a:rPr lang="ja-JP" altLang="en-US" sz="2200"/>
              <a:t>はじめに</a:t>
            </a:r>
            <a:endParaRPr sz="2200"/>
          </a:p>
        </p:txBody>
      </p:sp>
      <p:sp>
        <p:nvSpPr>
          <p:cNvPr id="67" name="Google Shape;67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ja"/>
              <a:t>・</a:t>
            </a:r>
            <a:r>
              <a:rPr lang="ja-JP" altLang="en-US"/>
              <a:t>このシートの作成目的は、自分の成長を可視化</a:t>
            </a:r>
            <a:r>
              <a:rPr lang="en-US" altLang="ja-JP"/>
              <a:t>/</a:t>
            </a:r>
            <a:r>
              <a:rPr lang="ja-JP" altLang="en-US"/>
              <a:t>言語化することです。</a:t>
            </a:r>
            <a:endParaRPr lang="en-US" altLang="ja-JP"/>
          </a:p>
          <a:p>
            <a:pPr marL="0" lvl="0" indent="0">
              <a:spcBef>
                <a:spcPts val="1200"/>
              </a:spcBef>
              <a:buNone/>
            </a:pPr>
            <a:r>
              <a:rPr lang="ja-JP" altLang="en-US"/>
              <a:t>　今後の就職活動をはじめ、人に伝えられるように纏めておきましょう。</a:t>
            </a:r>
            <a:endParaRPr lang="en-US" altLang="ja-JP"/>
          </a:p>
          <a:p>
            <a:pPr marL="0" lvl="0" indent="0">
              <a:spcBef>
                <a:spcPts val="1200"/>
              </a:spcBef>
              <a:buNone/>
            </a:pPr>
            <a:r>
              <a:rPr lang="ja-JP" altLang="en-US"/>
              <a:t>　＜ </a:t>
            </a:r>
            <a:r>
              <a:rPr lang="en-US" altLang="ja"/>
              <a:t>Plan</a:t>
            </a:r>
            <a:r>
              <a:rPr lang="ja" altLang="en-US"/>
              <a:t>（</a:t>
            </a:r>
            <a:r>
              <a:rPr lang="ja-JP" altLang="en-US"/>
              <a:t>計画）、</a:t>
            </a:r>
            <a:r>
              <a:rPr lang="en-US" altLang="ja"/>
              <a:t>Do</a:t>
            </a:r>
            <a:r>
              <a:rPr lang="ja" altLang="en-US"/>
              <a:t>（</a:t>
            </a:r>
            <a:r>
              <a:rPr lang="ja-JP" altLang="en-US"/>
              <a:t>実行）、</a:t>
            </a:r>
            <a:r>
              <a:rPr lang="en-US" altLang="ja" b="1" u="sng">
                <a:solidFill>
                  <a:srgbClr val="FF0000"/>
                </a:solidFill>
              </a:rPr>
              <a:t>Check</a:t>
            </a:r>
            <a:r>
              <a:rPr lang="ja" altLang="en-US" b="1" u="sng">
                <a:solidFill>
                  <a:srgbClr val="FF0000"/>
                </a:solidFill>
              </a:rPr>
              <a:t>（</a:t>
            </a:r>
            <a:r>
              <a:rPr lang="ja-JP" altLang="en-US" b="1" u="sng">
                <a:solidFill>
                  <a:srgbClr val="FF0000"/>
                </a:solidFill>
              </a:rPr>
              <a:t>評価）</a:t>
            </a:r>
            <a:r>
              <a:rPr lang="ja-JP" altLang="en-US"/>
              <a:t>、</a:t>
            </a:r>
            <a:r>
              <a:rPr lang="en-US" altLang="ja"/>
              <a:t>Action</a:t>
            </a:r>
            <a:r>
              <a:rPr lang="ja" altLang="en-US"/>
              <a:t>（</a:t>
            </a:r>
            <a:r>
              <a:rPr lang="ja-JP" altLang="en-US"/>
              <a:t>改善）＞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ja"/>
              <a:t>・</a:t>
            </a:r>
            <a:r>
              <a:rPr lang="ja-JP" altLang="en-US"/>
              <a:t>各項目（シート）、</a:t>
            </a:r>
            <a:r>
              <a:rPr lang="en-US" altLang="ja-JP"/>
              <a:t>3</a:t>
            </a:r>
            <a:r>
              <a:rPr lang="ja-JP" altLang="en-US"/>
              <a:t>つ以上は記載しましょう。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ja"/>
              <a:t>・</a:t>
            </a:r>
            <a:r>
              <a:rPr lang="ja-JP" altLang="en-US"/>
              <a:t>記載するスペースが少なければ、ページを増やしてください。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738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ct val="111111"/>
            </a:pPr>
            <a:r>
              <a:rPr lang="ja" sz="2200" dirty="0"/>
              <a:t>Q</a:t>
            </a:r>
            <a:r>
              <a:rPr lang="en-US" altLang="ja" sz="2200" dirty="0"/>
              <a:t>1</a:t>
            </a:r>
            <a:r>
              <a:rPr lang="ja" sz="2200" dirty="0"/>
              <a:t>.</a:t>
            </a:r>
            <a:r>
              <a:rPr lang="ja-JP" altLang="en-US" sz="2200" dirty="0"/>
              <a:t>面白くしたいところ</a:t>
            </a:r>
            <a:endParaRPr sz="2200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8B88055-5885-4BD4-B7D0-00583ABCC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03405"/>
              </p:ext>
            </p:extLst>
          </p:nvPr>
        </p:nvGraphicFramePr>
        <p:xfrm>
          <a:off x="447868" y="1017724"/>
          <a:ext cx="8124632" cy="371289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62316">
                  <a:extLst>
                    <a:ext uri="{9D8B030D-6E8A-4147-A177-3AD203B41FA5}">
                      <a16:colId xmlns:a16="http://schemas.microsoft.com/office/drawing/2014/main" val="2255531799"/>
                    </a:ext>
                  </a:extLst>
                </a:gridCol>
                <a:gridCol w="4062316">
                  <a:extLst>
                    <a:ext uri="{9D8B030D-6E8A-4147-A177-3AD203B41FA5}">
                      <a16:colId xmlns:a16="http://schemas.microsoft.com/office/drawing/2014/main" val="3166914974"/>
                    </a:ext>
                  </a:extLst>
                </a:gridCol>
              </a:tblGrid>
              <a:tr h="477185">
                <a:tc>
                  <a:txBody>
                    <a:bodyPr/>
                    <a:lstStyle/>
                    <a:p>
                      <a:r>
                        <a:rPr kumimoji="1" lang="ja-JP" altLang="en-US" sz="2000" dirty="0"/>
                        <a:t>目標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企画時に考えた内容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dirty="0"/>
                        <a:t>実績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現在の実装状況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5517"/>
                  </a:ext>
                </a:extLst>
              </a:tr>
              <a:tr h="647142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r>
                        <a:rPr kumimoji="1" lang="ja-JP" altLang="en-US" dirty="0" smtClean="0"/>
                        <a:t>爽快感を持たせたい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02366"/>
                  </a:ext>
                </a:extLst>
              </a:tr>
              <a:tr h="647142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r>
                        <a:rPr kumimoji="1" lang="ja-JP" altLang="en-US" dirty="0" smtClean="0"/>
                        <a:t>パリィだけでクリアするゲームを作りたい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99879"/>
                  </a:ext>
                </a:extLst>
              </a:tr>
              <a:tr h="647142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79810"/>
                  </a:ext>
                </a:extLst>
              </a:tr>
              <a:tr h="647142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39351"/>
                  </a:ext>
                </a:extLst>
              </a:tr>
              <a:tr h="647142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1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36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ct val="111111"/>
            </a:pPr>
            <a:r>
              <a:rPr lang="ja" sz="2200" dirty="0"/>
              <a:t>Q</a:t>
            </a:r>
            <a:r>
              <a:rPr lang="en-US" altLang="ja" sz="2200" dirty="0"/>
              <a:t>2</a:t>
            </a:r>
            <a:r>
              <a:rPr lang="ja" sz="2200" dirty="0"/>
              <a:t>.</a:t>
            </a:r>
            <a:r>
              <a:rPr lang="ja-JP" altLang="en-US" sz="2200" dirty="0"/>
              <a:t>技術的な挑戦</a:t>
            </a:r>
            <a:endParaRPr sz="2200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8B88055-5885-4BD4-B7D0-00583ABCC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43589"/>
              </p:ext>
            </p:extLst>
          </p:nvPr>
        </p:nvGraphicFramePr>
        <p:xfrm>
          <a:off x="503852" y="1017724"/>
          <a:ext cx="8068648" cy="3740888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4034324">
                  <a:extLst>
                    <a:ext uri="{9D8B030D-6E8A-4147-A177-3AD203B41FA5}">
                      <a16:colId xmlns:a16="http://schemas.microsoft.com/office/drawing/2014/main" val="2255531799"/>
                    </a:ext>
                  </a:extLst>
                </a:gridCol>
                <a:gridCol w="4034324">
                  <a:extLst>
                    <a:ext uri="{9D8B030D-6E8A-4147-A177-3AD203B41FA5}">
                      <a16:colId xmlns:a16="http://schemas.microsoft.com/office/drawing/2014/main" val="3166914974"/>
                    </a:ext>
                  </a:extLst>
                </a:gridCol>
              </a:tblGrid>
              <a:tr h="48078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目標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企画時に考えた内容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実績</a:t>
                      </a:r>
                      <a:r>
                        <a:rPr kumimoji="1" lang="en-US" altLang="ja-JP" dirty="0"/>
                        <a:t>(</a:t>
                      </a:r>
                      <a:r>
                        <a:rPr kumimoji="1" lang="ja-JP" altLang="en-US" dirty="0"/>
                        <a:t>現在の実装状況</a:t>
                      </a:r>
                      <a:r>
                        <a:rPr kumimoji="1" lang="en-US" altLang="ja-JP" dirty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275517"/>
                  </a:ext>
                </a:extLst>
              </a:tr>
              <a:tr h="652021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702366"/>
                  </a:ext>
                </a:extLst>
              </a:tr>
              <a:tr h="652021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8499879"/>
                  </a:ext>
                </a:extLst>
              </a:tr>
              <a:tr h="652021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79810"/>
                  </a:ext>
                </a:extLst>
              </a:tr>
              <a:tr h="652021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39351"/>
                  </a:ext>
                </a:extLst>
              </a:tr>
              <a:tr h="652021">
                <a:tc>
                  <a:txBody>
                    <a:bodyPr/>
                    <a:lstStyle/>
                    <a:p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143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56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ct val="111111"/>
            </a:pPr>
            <a:r>
              <a:rPr lang="ja" sz="2200" dirty="0"/>
              <a:t>Q</a:t>
            </a:r>
            <a:r>
              <a:rPr lang="en-US" altLang="ja" sz="2200" dirty="0"/>
              <a:t>3</a:t>
            </a:r>
            <a:r>
              <a:rPr lang="ja" sz="2200" dirty="0"/>
              <a:t>.</a:t>
            </a:r>
            <a:r>
              <a:rPr lang="ja-JP" altLang="en-US" sz="2200" dirty="0"/>
              <a:t>今回の制作で特に「やり切れたな！」と思う事は</a:t>
            </a:r>
            <a:r>
              <a:rPr lang="ja" sz="2200" dirty="0"/>
              <a:t>、何ですか？</a:t>
            </a:r>
            <a:endParaRPr sz="2200" dirty="0"/>
          </a:p>
        </p:txBody>
      </p:sp>
      <p:sp>
        <p:nvSpPr>
          <p:cNvPr id="67" name="Google Shape;67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ja"/>
              <a:t>・</a:t>
            </a:r>
            <a:endParaRPr lang="ja" altLang="en-US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lang="en-US" altLang="ja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ja"/>
              <a:t>・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lang="en-US" altLang="ja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ja"/>
              <a:t>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ja" sz="2200" dirty="0"/>
              <a:t>Q</a:t>
            </a:r>
            <a:r>
              <a:rPr lang="en-US" altLang="ja-JP" sz="2200" dirty="0"/>
              <a:t>4</a:t>
            </a:r>
            <a:r>
              <a:rPr lang="ja" sz="2200" dirty="0"/>
              <a:t>.</a:t>
            </a:r>
            <a:r>
              <a:rPr lang="ja-JP" altLang="en-US" sz="2200" dirty="0"/>
              <a:t>今回の制作で学んだ技術</a:t>
            </a:r>
            <a:r>
              <a:rPr lang="ja" sz="2200" dirty="0"/>
              <a:t>を、教えてください。</a:t>
            </a:r>
            <a:endParaRPr sz="2200" dirty="0"/>
          </a:p>
        </p:txBody>
      </p:sp>
      <p:sp>
        <p:nvSpPr>
          <p:cNvPr id="6" name="Google Shape;67;p3">
            <a:extLst>
              <a:ext uri="{FF2B5EF4-FFF2-40B4-BE49-F238E27FC236}">
                <a16:creationId xmlns:a16="http://schemas.microsoft.com/office/drawing/2014/main" id="{02967ADB-64AB-4C41-8606-2955D73AE5B9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r>
              <a:rPr lang="ja" altLang="en-US"/>
              <a:t>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ja" sz="2200" dirty="0"/>
              <a:t>Q</a:t>
            </a:r>
            <a:r>
              <a:rPr lang="en-US" altLang="ja" sz="2200" dirty="0"/>
              <a:t>5</a:t>
            </a:r>
            <a:r>
              <a:rPr lang="ja" sz="2200" dirty="0"/>
              <a:t>.</a:t>
            </a:r>
            <a:r>
              <a:rPr lang="ja-JP" altLang="en-US" sz="2200" dirty="0"/>
              <a:t>今回の制作で</a:t>
            </a:r>
            <a:r>
              <a:rPr lang="ja" sz="2200" dirty="0"/>
              <a:t>感じた</a:t>
            </a:r>
            <a:r>
              <a:rPr lang="ja-JP" altLang="en-US" sz="2200" dirty="0" err="1"/>
              <a:t>、</a:t>
            </a:r>
            <a:r>
              <a:rPr lang="ja" sz="2200" dirty="0"/>
              <a:t>自分の課題を教えてください</a:t>
            </a:r>
            <a:r>
              <a:rPr lang="ja-JP" altLang="en-US" sz="2200" dirty="0" err="1"/>
              <a:t>。</a:t>
            </a:r>
            <a:endParaRPr sz="2200" dirty="0"/>
          </a:p>
        </p:txBody>
      </p:sp>
      <p:sp>
        <p:nvSpPr>
          <p:cNvPr id="6" name="Google Shape;67;p3">
            <a:extLst>
              <a:ext uri="{FF2B5EF4-FFF2-40B4-BE49-F238E27FC236}">
                <a16:creationId xmlns:a16="http://schemas.microsoft.com/office/drawing/2014/main" id="{29BB7ADE-4125-4E07-B834-A29976BD84AC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r>
              <a:rPr lang="ja" altLang="en-US"/>
              <a:t>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ja" sz="2200" dirty="0"/>
              <a:t>Q</a:t>
            </a:r>
            <a:r>
              <a:rPr lang="en-US" altLang="ja" sz="2200" dirty="0"/>
              <a:t>6</a:t>
            </a:r>
            <a:r>
              <a:rPr lang="ja" sz="2200" dirty="0"/>
              <a:t>. 課題を解消するために取り組みたい事を教えてください。</a:t>
            </a:r>
            <a:endParaRPr sz="2200" dirty="0"/>
          </a:p>
        </p:txBody>
      </p:sp>
      <p:sp>
        <p:nvSpPr>
          <p:cNvPr id="6" name="Google Shape;67;p3">
            <a:extLst>
              <a:ext uri="{FF2B5EF4-FFF2-40B4-BE49-F238E27FC236}">
                <a16:creationId xmlns:a16="http://schemas.microsoft.com/office/drawing/2014/main" id="{065DA9C2-D252-482A-9A1D-F2C1636DA1A8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r>
              <a:rPr lang="ja" altLang="en-US"/>
              <a:t>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ja" sz="2200" dirty="0"/>
              <a:t>Q</a:t>
            </a:r>
            <a:r>
              <a:rPr lang="en-US" altLang="ja" sz="2200" dirty="0"/>
              <a:t>7</a:t>
            </a:r>
            <a:r>
              <a:rPr lang="ja" sz="2200" dirty="0"/>
              <a:t>.</a:t>
            </a:r>
            <a:r>
              <a:rPr lang="ja-JP" altLang="en-US" sz="2200" dirty="0"/>
              <a:t>次年度に向けて、チャレンジしたい事は何ですか</a:t>
            </a:r>
            <a:r>
              <a:rPr lang="ja" sz="2200" dirty="0"/>
              <a:t>？</a:t>
            </a:r>
            <a:r>
              <a:rPr lang="en-US" altLang="ja" sz="2200" dirty="0"/>
              <a:t/>
            </a:r>
            <a:br>
              <a:rPr lang="en-US" altLang="ja" sz="2200" dirty="0"/>
            </a:br>
            <a:r>
              <a:rPr lang="ja-JP" altLang="en-US" sz="2200" dirty="0"/>
              <a:t>　</a:t>
            </a:r>
            <a:r>
              <a:rPr lang="en-US" altLang="ja" sz="2200" dirty="0"/>
              <a:t>(</a:t>
            </a:r>
            <a:r>
              <a:rPr lang="ja-JP" altLang="en-US" sz="2200" dirty="0"/>
              <a:t>就活、制作、学習面</a:t>
            </a:r>
            <a:r>
              <a:rPr lang="en-US" altLang="ja" sz="2200" dirty="0"/>
              <a:t>)</a:t>
            </a:r>
            <a:endParaRPr sz="2200" dirty="0"/>
          </a:p>
        </p:txBody>
      </p:sp>
      <p:sp>
        <p:nvSpPr>
          <p:cNvPr id="6" name="Google Shape;67;p3">
            <a:extLst>
              <a:ext uri="{FF2B5EF4-FFF2-40B4-BE49-F238E27FC236}">
                <a16:creationId xmlns:a16="http://schemas.microsoft.com/office/drawing/2014/main" id="{15500E5E-7D76-404A-8E0C-851372F1E912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r>
              <a:rPr lang="ja" altLang="en-US"/>
              <a:t>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ja" sz="2100" dirty="0"/>
              <a:t>Q</a:t>
            </a:r>
            <a:r>
              <a:rPr lang="en-US" altLang="ja-JP" sz="2100" dirty="0"/>
              <a:t>8</a:t>
            </a:r>
            <a:r>
              <a:rPr lang="ja" sz="2100" dirty="0"/>
              <a:t>. </a:t>
            </a:r>
            <a:r>
              <a:rPr lang="ja-JP" altLang="en-US" sz="2100" dirty="0"/>
              <a:t>その他、今回の制作を通じて感じたことがあれば自由にどうぞ！</a:t>
            </a:r>
            <a:endParaRPr sz="2100" dirty="0"/>
          </a:p>
        </p:txBody>
      </p:sp>
      <p:sp>
        <p:nvSpPr>
          <p:cNvPr id="6" name="Google Shape;67;p3">
            <a:extLst>
              <a:ext uri="{FF2B5EF4-FFF2-40B4-BE49-F238E27FC236}">
                <a16:creationId xmlns:a16="http://schemas.microsoft.com/office/drawing/2014/main" id="{10C9520A-3685-40AA-892F-2E788A66E791}"/>
              </a:ext>
            </a:extLst>
          </p:cNvPr>
          <p:cNvSpPr txBox="1">
            <a:spLocks/>
          </p:cNvSpPr>
          <p:nvPr/>
        </p:nvSpPr>
        <p:spPr>
          <a:xfrm>
            <a:off x="464100" y="1304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ja" altLang="en-US"/>
              <a:t>・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ja" altLang="en-US"/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r>
              <a:rPr lang="ja" altLang="en-US"/>
              <a:t>・</a:t>
            </a:r>
          </a:p>
        </p:txBody>
      </p:sp>
    </p:spTree>
    <p:extLst>
      <p:ext uri="{BB962C8B-B14F-4D97-AF65-F5344CB8AC3E}">
        <p14:creationId xmlns:p14="http://schemas.microsoft.com/office/powerpoint/2010/main" val="2458318810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スライス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a52e1c-8772-4366-aa63-bf636c80ebd4">
      <Terms xmlns="http://schemas.microsoft.com/office/infopath/2007/PartnerControls"/>
    </lcf76f155ced4ddcb4097134ff3c332f>
    <TaxCatchAll xmlns="0c73c1f5-50cd-4477-a315-44bef7b8a847" xsi:nil="true"/>
    <_x5b9f__x88c5_ xmlns="aaa52e1c-8772-4366-aa63-bf636c80ebd4">false</_x5b9f__x88c5_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6A6C361903FA540AF4D79E6EA2B777C" ma:contentTypeVersion="20" ma:contentTypeDescription="新しいドキュメントを作成します。" ma:contentTypeScope="" ma:versionID="5005c25ccbe36e1bd78f43fa4ec37af7">
  <xsd:schema xmlns:xsd="http://www.w3.org/2001/XMLSchema" xmlns:xs="http://www.w3.org/2001/XMLSchema" xmlns:p="http://schemas.microsoft.com/office/2006/metadata/properties" xmlns:ns2="aaa52e1c-8772-4366-aa63-bf636c80ebd4" xmlns:ns3="0c73c1f5-50cd-4477-a315-44bef7b8a847" targetNamespace="http://schemas.microsoft.com/office/2006/metadata/properties" ma:root="true" ma:fieldsID="dd4c8e6428aa52bef8f487bbf01a7de2" ns2:_="" ns3:_="">
    <xsd:import namespace="aaa52e1c-8772-4366-aa63-bf636c80ebd4"/>
    <xsd:import namespace="0c73c1f5-50cd-4477-a315-44bef7b8a8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_x5b9f__x88c5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52e1c-8772-4366-aa63-bf636c80eb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5b9f__x88c5_" ma:index="27" nillable="true" ma:displayName="実装" ma:default="0" ma:format="Dropdown" ma:internalName="_x5b9f__x88c5_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3c1f5-50cd-4477-a315-44bef7b8a84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53382d8-dd25-4436-a728-185b26683a86}" ma:internalName="TaxCatchAll" ma:showField="CatchAllData" ma:web="0c73c1f5-50cd-4477-a315-44bef7b8a8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59C01C-C34E-4558-B7B4-930606FA44DD}">
  <ds:schemaRefs>
    <ds:schemaRef ds:uri="0c73c1f5-50cd-4477-a315-44bef7b8a847"/>
    <ds:schemaRef ds:uri="4e4c3407-0ac2-4e7d-b2ac-88db639ee8c6"/>
    <ds:schemaRef ds:uri="aaa52e1c-8772-4366-aa63-bf636c80ebd4"/>
    <ds:schemaRef ds:uri="c2ac4452-c347-4ae3-9c4c-b3265bbc44c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F7FB1F1-B1EF-4BB2-A7FD-20FB8CD3FB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827527-1695-4099-A2F8-4DABE93CE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a52e1c-8772-4366-aa63-bf636c80ebd4"/>
    <ds:schemaRef ds:uri="0c73c1f5-50cd-4477-a315-44bef7b8a8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</TotalTime>
  <Words>267</Words>
  <Application>Microsoft Office PowerPoint</Application>
  <PresentationFormat>画面に合わせる (16:9)</PresentationFormat>
  <Paragraphs>54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メイリオ</vt:lpstr>
      <vt:lpstr>Arial</vt:lpstr>
      <vt:lpstr>Century Gothic</vt:lpstr>
      <vt:lpstr>Wingdings 3</vt:lpstr>
      <vt:lpstr>スライス</vt:lpstr>
      <vt:lpstr>【就職作品展_振り返り】</vt:lpstr>
      <vt:lpstr>はじめに</vt:lpstr>
      <vt:lpstr>Q1.面白くしたいところ</vt:lpstr>
      <vt:lpstr>Q2.技術的な挑戦</vt:lpstr>
      <vt:lpstr>Q3.今回の制作で特に「やり切れたな！」と思う事は、何ですか？</vt:lpstr>
      <vt:lpstr>Q4.今回の制作で学んだ技術を、教えてください。</vt:lpstr>
      <vt:lpstr>Q5.今回の制作で感じた、自分の課題を教えてください。</vt:lpstr>
      <vt:lpstr>Q6. 課題を解消するために取り組みたい事を教えてください。</vt:lpstr>
      <vt:lpstr>Q7.次年度に向けて、チャレンジしたい事は何ですか？ 　(就活、制作、学習面)</vt:lpstr>
      <vt:lpstr>Q8. その他、今回の制作を通じて感じたことがあれば自由にどうぞ！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【振り返りシート】 ゲーム大賞制作</dc:title>
  <dc:creator>坂本 拓也</dc:creator>
  <cp:lastModifiedBy>善原 敬子</cp:lastModifiedBy>
  <cp:revision>8</cp:revision>
  <dcterms:modified xsi:type="dcterms:W3CDTF">2025-11-21T07:31:16Z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0x010100A6A6C361903FA540AF4D79E6EA2B777C</vt:lpwstr>
  </property>
  <property fmtid="{D5CDD505-2E9C-101B-9397-08002B2CF9AE}" pid="3" name="MediaServiceImageTags">
    <vt:lpwstr/>
  </property>
</Properties>
</file>