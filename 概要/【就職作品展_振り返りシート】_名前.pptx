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4"/>
  </p:sldMasterIdLst>
  <p:notesMasterIdLst>
    <p:notesMasterId r:id="rId8"/>
  </p:notesMasterIdLst>
  <p:sldIdLst>
    <p:sldId id="256" r:id="rId5"/>
    <p:sldId id="266" r:id="rId6"/>
    <p:sldId id="267" r:id="rId7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6" roundtripDataSignature="AMtx7mgyd33SDkWUcqlXidO/PpLYvlpvs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18B4EEF-8C40-0107-3004-8253C5973FF3}" v="2" dt="2025-11-14T01:00:35.268"/>
  </p1510:revLst>
</p1510:revInfo>
</file>

<file path=ppt/tableStyles.xml><?xml version="1.0" encoding="utf-8"?>
<a:tblStyleLst xmlns:a="http://schemas.openxmlformats.org/drawingml/2006/main" def="{5ADC5ADE-D0D3-4B66-969F-62F8239F4C0F}">
  <a:tblStyle styleId="{5ADC5ADE-D0D3-4B66-969F-62F8239F4C0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3C2FFA5D-87B4-456A-9821-1D502468CF0F}" styleName="テーマ スタイル 1 - アクセント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スタイルなし、表のグリッド線なし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27F97BB-C833-4FB7-BDE5-3F7075034690}" styleName="テーマ スタイル 2 - アクセント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5758FB7-9AC5-4552-8A53-C91805E547FA}" styleName="テーマ スタイル 1 - アクセント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594" y="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microsoft.com/office/2016/11/relationships/changesInfo" Target="changesInfos/changesInfo1.xml"/><Relationship Id="rId7" Type="http://schemas.openxmlformats.org/officeDocument/2006/relationships/slide" Target="slides/slide3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customschemas.google.com/relationships/presentationmetadata" Target="metadata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5" Type="http://schemas.openxmlformats.org/officeDocument/2006/relationships/slide" Target="slides/slide1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坂本 拓也" userId="S::s_takuya@s.asojuku.ac.jp::d347bcea-8ce2-4fd3-9452-afeb23234a21" providerId="AD" clId="Web-{218B4EEF-8C40-0107-3004-8253C5973FF3}"/>
    <pc:docChg chg="modSld">
      <pc:chgData name="坂本 拓也" userId="S::s_takuya@s.asojuku.ac.jp::d347bcea-8ce2-4fd3-9452-afeb23234a21" providerId="AD" clId="Web-{218B4EEF-8C40-0107-3004-8253C5973FF3}" dt="2025-11-14T01:00:35.268" v="1" actId="20577"/>
      <pc:docMkLst>
        <pc:docMk/>
      </pc:docMkLst>
      <pc:sldChg chg="modSp">
        <pc:chgData name="坂本 拓也" userId="S::s_takuya@s.asojuku.ac.jp::d347bcea-8ce2-4fd3-9452-afeb23234a21" providerId="AD" clId="Web-{218B4EEF-8C40-0107-3004-8253C5973FF3}" dt="2025-11-14T01:00:35.268" v="1" actId="20577"/>
        <pc:sldMkLst>
          <pc:docMk/>
          <pc:sldMk cId="0" sldId="256"/>
        </pc:sldMkLst>
        <pc:spChg chg="mod">
          <ac:chgData name="坂本 拓也" userId="S::s_takuya@s.asojuku.ac.jp::d347bcea-8ce2-4fd3-9452-afeb23234a21" providerId="AD" clId="Web-{218B4EEF-8C40-0107-3004-8253C5973FF3}" dt="2025-11-14T01:00:35.268" v="1" actId="20577"/>
          <ac:spMkLst>
            <pc:docMk/>
            <pc:sldMk cId="0" sldId="256"/>
            <ac:spMk id="54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69622807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2" name="Google Shape;52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915472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" name="Google Shape;6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41279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4" name="Google Shape;6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18054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3159" y="514350"/>
            <a:ext cx="6000750" cy="2228851"/>
          </a:xfrm>
        </p:spPr>
        <p:txBody>
          <a:bodyPr anchor="b">
            <a:normAutofit/>
          </a:bodyPr>
          <a:lstStyle>
            <a:lvl1pPr algn="l">
              <a:defRPr sz="3600">
                <a:effectLst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3159" y="2882900"/>
            <a:ext cx="4800600" cy="1460500"/>
          </a:xfrm>
        </p:spPr>
        <p:txBody>
          <a:bodyPr anchor="t">
            <a:normAutofit/>
          </a:bodyPr>
          <a:lstStyle>
            <a:lvl1pPr marL="0" indent="0" algn="l">
              <a:buNone/>
              <a:defRPr sz="1575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6171009" y="6350"/>
            <a:ext cx="2857500" cy="28575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4581128" y="68659"/>
            <a:ext cx="4560491" cy="45604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5426869" y="171450"/>
            <a:ext cx="3714750" cy="371475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5501878" y="24209"/>
            <a:ext cx="3639742" cy="3639742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5884070" y="457201"/>
            <a:ext cx="3257549" cy="325754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6491155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2450428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59" y="1504950"/>
            <a:ext cx="6400801" cy="1711200"/>
          </a:xfrm>
        </p:spPr>
        <p:txBody>
          <a:bodyPr anchor="b">
            <a:normAutofit/>
          </a:bodyPr>
          <a:lstStyle>
            <a:lvl1pPr algn="l">
              <a:defRPr sz="27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60" y="3371850"/>
            <a:ext cx="6400800" cy="11239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5385707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3159" y="514351"/>
            <a:ext cx="3703241" cy="2711450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356100" y="514351"/>
            <a:ext cx="3700859" cy="2711450"/>
          </a:xfrm>
        </p:spPr>
        <p:txBody>
          <a:bodyPr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080386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061" y="514350"/>
            <a:ext cx="3487340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3159" y="952897"/>
            <a:ext cx="3703241" cy="2272904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59299" y="514350"/>
            <a:ext cx="3498851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354909" y="946546"/>
            <a:ext cx="3696891" cy="2272904"/>
          </a:xfrm>
        </p:spPr>
        <p:txBody>
          <a:bodyPr anchor="t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11/24/2025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089976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637689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11/24/2025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41286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13759" y="514350"/>
            <a:ext cx="2743200" cy="1028700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3159" y="514350"/>
            <a:ext cx="4457701" cy="3981450"/>
          </a:xfrm>
        </p:spPr>
        <p:txBody>
          <a:bodyPr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13759" y="1657350"/>
            <a:ext cx="2743200" cy="1568450"/>
          </a:xfrm>
        </p:spPr>
        <p:txBody>
          <a:bodyPr anchor="t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037879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42109" y="1085850"/>
            <a:ext cx="4514850" cy="857250"/>
          </a:xfrm>
        </p:spPr>
        <p:txBody>
          <a:bodyPr anchor="b">
            <a:normAutofit/>
          </a:bodyPr>
          <a:lstStyle>
            <a:lvl1pPr algn="l">
              <a:defRPr sz="2100" b="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1759" y="685800"/>
            <a:ext cx="2460731" cy="3429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42109" y="2082800"/>
            <a:ext cx="4516041" cy="1536700"/>
          </a:xfrm>
        </p:spPr>
        <p:txBody>
          <a:bodyPr anchor="t"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11/24/2025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901117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パノラマ写真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514350" y="400050"/>
            <a:ext cx="8114109" cy="234315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ja-JP" altLang="en-US"/>
              <a:t>図を追加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685801" y="2882900"/>
            <a:ext cx="6228158" cy="3429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200"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11/24/2025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2037331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とキャプショ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60" y="514350"/>
            <a:ext cx="7543800" cy="2057400"/>
          </a:xfrm>
        </p:spPr>
        <p:txBody>
          <a:bodyPr anchor="ctr">
            <a:normAutofit/>
          </a:bodyPr>
          <a:lstStyle>
            <a:lvl1pPr algn="l">
              <a:defRPr sz="24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086100"/>
            <a:ext cx="6401991" cy="1409700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43819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 (キャプション付き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514350"/>
            <a:ext cx="6858001" cy="2057400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84659" y="2571750"/>
            <a:ext cx="6400800" cy="28575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60" y="3225801"/>
            <a:ext cx="6400800" cy="1263649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398859" y="60916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14059" y="207645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439063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59" y="2571750"/>
            <a:ext cx="6400800" cy="1273050"/>
          </a:xfrm>
        </p:spPr>
        <p:txBody>
          <a:bodyPr anchor="b">
            <a:normAutofit/>
          </a:bodyPr>
          <a:lstStyle>
            <a:lvl1pPr algn="l">
              <a:defRPr sz="2400" b="0" cap="all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8" y="3849736"/>
            <a:ext cx="6401993" cy="645300"/>
          </a:xfrm>
        </p:spPr>
        <p:txBody>
          <a:bodyPr anchor="t">
            <a:normAutofit/>
          </a:bodyPr>
          <a:lstStyle>
            <a:lvl1pPr marL="0" indent="0" algn="l">
              <a:buNone/>
              <a:defRPr sz="150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114970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引用付きの名札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514350"/>
            <a:ext cx="6858000" cy="2057400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3159" y="2946400"/>
            <a:ext cx="6400801" cy="7874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733800"/>
            <a:ext cx="6400801" cy="76200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398859" y="60916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14059" y="2076451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 algn="r"/>
            <a:r>
              <a:rPr lang="en-US" sz="6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29240063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真または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3160" y="514350"/>
            <a:ext cx="7543800" cy="20574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13159" y="2946401"/>
            <a:ext cx="6400800" cy="6286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ja-JP" altLang="en-US"/>
              <a:t>マスター テキストの書式設定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3575049"/>
            <a:ext cx="6400801" cy="9207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bg2">
                    <a:lumMod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6225131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6729972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13909" y="514350"/>
            <a:ext cx="1543050" cy="3429000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4350" y="514350"/>
            <a:ext cx="5867400" cy="3981450"/>
          </a:xfrm>
        </p:spPr>
        <p:txBody>
          <a:bodyPr vert="eaVert" anchor="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11/24/2025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080968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6" name="Google Shape;16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718828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6905227" y="2222500"/>
            <a:ext cx="2236394" cy="2406650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3159" y="3365499"/>
            <a:ext cx="6400800" cy="1130300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3159" y="514351"/>
            <a:ext cx="6400800" cy="27114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28309" y="4629150"/>
            <a:ext cx="1200150" cy="27384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75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11/24/2025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3159" y="4629150"/>
            <a:ext cx="5657850" cy="273844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75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772400" y="4183857"/>
            <a:ext cx="856684" cy="50244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24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74586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</p:sldLayoutIdLst>
  <p:hf sldNum="0" hdr="0" ftr="0" dt="0"/>
  <p:txStyles>
    <p:titleStyle>
      <a:lvl1pPr algn="l" defTabSz="342900" rtl="0" eaLnBrk="1" latinLnBrk="0" hangingPunct="1">
        <a:spcBef>
          <a:spcPct val="0"/>
        </a:spcBef>
        <a:buNone/>
        <a:defRPr kumimoji="1" sz="27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 kumimoji="1">
          <a:solidFill>
            <a:schemeClr val="tx2"/>
          </a:solidFill>
        </a:defRPr>
      </a:lvl2pPr>
      <a:lvl3pPr eaLnBrk="1" hangingPunct="1">
        <a:defRPr kumimoji="1">
          <a:solidFill>
            <a:schemeClr val="tx2"/>
          </a:solidFill>
        </a:defRPr>
      </a:lvl3pPr>
      <a:lvl4pPr eaLnBrk="1" hangingPunct="1">
        <a:defRPr kumimoji="1">
          <a:solidFill>
            <a:schemeClr val="tx2"/>
          </a:solidFill>
        </a:defRPr>
      </a:lvl4pPr>
      <a:lvl5pPr eaLnBrk="1" hangingPunct="1">
        <a:defRPr kumimoji="1">
          <a:solidFill>
            <a:schemeClr val="tx2"/>
          </a:solidFill>
        </a:defRPr>
      </a:lvl5pPr>
      <a:lvl6pPr eaLnBrk="1" hangingPunct="1">
        <a:defRPr kumimoji="1">
          <a:solidFill>
            <a:schemeClr val="tx2"/>
          </a:solidFill>
        </a:defRPr>
      </a:lvl6pPr>
      <a:lvl7pPr eaLnBrk="1" hangingPunct="1">
        <a:defRPr kumimoji="1">
          <a:solidFill>
            <a:schemeClr val="tx2"/>
          </a:solidFill>
        </a:defRPr>
      </a:lvl7pPr>
      <a:lvl8pPr eaLnBrk="1" hangingPunct="1">
        <a:defRPr kumimoji="1">
          <a:solidFill>
            <a:schemeClr val="tx2"/>
          </a:solidFill>
        </a:defRPr>
      </a:lvl8pPr>
      <a:lvl9pPr eaLnBrk="1" hangingPunct="1">
        <a:defRPr kumimoji="1"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5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3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9001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2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kumimoji="1" sz="105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"/>
          <p:cNvSpPr txBox="1">
            <a:spLocks noGrp="1"/>
          </p:cNvSpPr>
          <p:nvPr>
            <p:ph type="ctrTitle"/>
          </p:nvPr>
        </p:nvSpPr>
        <p:spPr>
          <a:xfrm>
            <a:off x="513159" y="1341120"/>
            <a:ext cx="7213522" cy="8877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lvl="0"/>
            <a:r>
              <a:rPr lang="ja" sz="4400" dirty="0"/>
              <a:t>【</a:t>
            </a:r>
            <a:r>
              <a:rPr lang="ja-JP" altLang="en-US" sz="4400" dirty="0"/>
              <a:t>就職作品展</a:t>
            </a:r>
            <a:r>
              <a:rPr lang="en-US" altLang="ja-JP" sz="4400" dirty="0"/>
              <a:t>_</a:t>
            </a:r>
            <a:r>
              <a:rPr lang="ja" sz="4400" dirty="0"/>
              <a:t>振り返り】</a:t>
            </a:r>
          </a:p>
        </p:txBody>
      </p:sp>
      <p:sp>
        <p:nvSpPr>
          <p:cNvPr id="55" name="Google Shape;55;p1"/>
          <p:cNvSpPr txBox="1">
            <a:spLocks noGrp="1"/>
          </p:cNvSpPr>
          <p:nvPr>
            <p:ph type="subTitle" idx="1"/>
          </p:nvPr>
        </p:nvSpPr>
        <p:spPr>
          <a:xfrm>
            <a:off x="1259919" y="2571750"/>
            <a:ext cx="4800600" cy="146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</a:pPr>
            <a:r>
              <a:rPr lang="ja-JP" altLang="en-US" sz="2400" dirty="0">
                <a:solidFill>
                  <a:schemeClr val="tx1"/>
                </a:solidFill>
              </a:rPr>
              <a:t>善原敬子</a:t>
            </a:r>
            <a:endParaRPr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SzPct val="111111"/>
            </a:pPr>
            <a:r>
              <a:rPr lang="ja" sz="2200" dirty="0"/>
              <a:t>Q</a:t>
            </a:r>
            <a:r>
              <a:rPr lang="en-US" altLang="ja" sz="2200" dirty="0"/>
              <a:t>1</a:t>
            </a:r>
            <a:r>
              <a:rPr lang="ja" sz="2200" dirty="0"/>
              <a:t>.</a:t>
            </a:r>
            <a:r>
              <a:rPr lang="ja-JP" altLang="en-US" sz="2200" dirty="0"/>
              <a:t>面白くしたいところ</a:t>
            </a:r>
            <a:endParaRPr sz="2200" dirty="0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78B88055-5885-4BD4-B7D0-00583ABCCB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3129"/>
              </p:ext>
            </p:extLst>
          </p:nvPr>
        </p:nvGraphicFramePr>
        <p:xfrm>
          <a:off x="447868" y="1017724"/>
          <a:ext cx="8124632" cy="3712895"/>
        </p:xfrm>
        <a:graphic>
          <a:graphicData uri="http://schemas.openxmlformats.org/drawingml/2006/table">
            <a:tbl>
              <a:tblPr firstRow="1" bandRow="1">
                <a:tableStyleId>{35758FB7-9AC5-4552-8A53-C91805E547FA}</a:tableStyleId>
              </a:tblPr>
              <a:tblGrid>
                <a:gridCol w="4062316">
                  <a:extLst>
                    <a:ext uri="{9D8B030D-6E8A-4147-A177-3AD203B41FA5}">
                      <a16:colId xmlns:a16="http://schemas.microsoft.com/office/drawing/2014/main" val="2255531799"/>
                    </a:ext>
                  </a:extLst>
                </a:gridCol>
                <a:gridCol w="4062316">
                  <a:extLst>
                    <a:ext uri="{9D8B030D-6E8A-4147-A177-3AD203B41FA5}">
                      <a16:colId xmlns:a16="http://schemas.microsoft.com/office/drawing/2014/main" val="3166914974"/>
                    </a:ext>
                  </a:extLst>
                </a:gridCol>
              </a:tblGrid>
              <a:tr h="477185">
                <a:tc>
                  <a:txBody>
                    <a:bodyPr/>
                    <a:lstStyle/>
                    <a:p>
                      <a:r>
                        <a:rPr kumimoji="1" lang="ja-JP" altLang="en-US" sz="2000" dirty="0"/>
                        <a:t>目標</a:t>
                      </a:r>
                      <a:r>
                        <a:rPr kumimoji="1" lang="en-US" altLang="ja-JP" sz="2000" dirty="0"/>
                        <a:t>(</a:t>
                      </a:r>
                      <a:r>
                        <a:rPr kumimoji="1" lang="ja-JP" altLang="en-US" sz="2000" dirty="0"/>
                        <a:t>企画時に考えた内容</a:t>
                      </a:r>
                      <a:r>
                        <a:rPr kumimoji="1" lang="en-US" altLang="ja-JP" sz="2000" dirty="0"/>
                        <a:t>)</a:t>
                      </a:r>
                      <a:endParaRPr kumimoji="1" lang="ja-JP" altLang="en-US" sz="20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sz="2000" dirty="0"/>
                        <a:t>実績</a:t>
                      </a:r>
                      <a:r>
                        <a:rPr kumimoji="1" lang="en-US" altLang="ja-JP" sz="2000" dirty="0"/>
                        <a:t>(</a:t>
                      </a:r>
                      <a:r>
                        <a:rPr kumimoji="1" lang="ja-JP" altLang="en-US" sz="2000" dirty="0"/>
                        <a:t>現在の実装状況</a:t>
                      </a:r>
                      <a:r>
                        <a:rPr kumimoji="1" lang="en-US" altLang="ja-JP" sz="2000" dirty="0"/>
                        <a:t>)</a:t>
                      </a:r>
                      <a:endParaRPr kumimoji="1" lang="ja-JP" altLang="en-US" sz="20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1275517"/>
                  </a:ext>
                </a:extLst>
              </a:tr>
              <a:tr h="647142">
                <a:tc>
                  <a:txBody>
                    <a:bodyPr/>
                    <a:lstStyle/>
                    <a:p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爽快感を持たせたい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回避時のアニメーションと速度を調整して実装</a:t>
                      </a:r>
                      <a:endParaRPr kumimoji="1" lang="en-US" altLang="ja-JP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702366"/>
                  </a:ext>
                </a:extLst>
              </a:tr>
              <a:tr h="647142">
                <a:tc>
                  <a:txBody>
                    <a:bodyPr/>
                    <a:lstStyle/>
                    <a:p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パリィだけでクリアするゲームを作りたい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パリィは実装済み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8499879"/>
                  </a:ext>
                </a:extLst>
              </a:tr>
              <a:tr h="647142">
                <a:tc>
                  <a:txBody>
                    <a:bodyPr/>
                    <a:lstStyle/>
                    <a:p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アクション苦手な人でも楽しめるゲームにしたい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敵のレベルデザインなどを調整</a:t>
                      </a:r>
                      <a:r>
                        <a:rPr kumimoji="1" lang="en-US" altLang="ja-JP" dirty="0"/>
                        <a:t>&amp;</a:t>
                      </a:r>
                      <a:r>
                        <a:rPr kumimoji="1" lang="ja-JP" altLang="en-US" dirty="0"/>
                        <a:t>考え中。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479810"/>
                  </a:ext>
                </a:extLst>
              </a:tr>
              <a:tr h="647142">
                <a:tc>
                  <a:txBody>
                    <a:bodyPr/>
                    <a:lstStyle/>
                    <a:p>
                      <a:endParaRPr kumimoji="1" lang="en-US" altLang="ja-JP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6639351"/>
                  </a:ext>
                </a:extLst>
              </a:tr>
              <a:tr h="647142">
                <a:tc>
                  <a:txBody>
                    <a:bodyPr/>
                    <a:lstStyle/>
                    <a:p>
                      <a:endParaRPr kumimoji="1" lang="en-US" altLang="ja-JP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8143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43677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buSzPct val="111111"/>
            </a:pPr>
            <a:r>
              <a:rPr lang="ja" sz="2200" dirty="0"/>
              <a:t>Q</a:t>
            </a:r>
            <a:r>
              <a:rPr lang="en-US" altLang="ja" sz="2200" dirty="0"/>
              <a:t>2</a:t>
            </a:r>
            <a:r>
              <a:rPr lang="ja" sz="2200" dirty="0"/>
              <a:t>.</a:t>
            </a:r>
            <a:r>
              <a:rPr lang="ja-JP" altLang="en-US" sz="2200" dirty="0"/>
              <a:t>技術的な挑戦</a:t>
            </a:r>
            <a:endParaRPr sz="2200" dirty="0"/>
          </a:p>
        </p:txBody>
      </p:sp>
      <p:graphicFrame>
        <p:nvGraphicFramePr>
          <p:cNvPr id="5" name="表 4">
            <a:extLst>
              <a:ext uri="{FF2B5EF4-FFF2-40B4-BE49-F238E27FC236}">
                <a16:creationId xmlns:a16="http://schemas.microsoft.com/office/drawing/2014/main" id="{78B88055-5885-4BD4-B7D0-00583ABCCB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4568212"/>
              </p:ext>
            </p:extLst>
          </p:nvPr>
        </p:nvGraphicFramePr>
        <p:xfrm>
          <a:off x="449580" y="1017724"/>
          <a:ext cx="8122920" cy="3740888"/>
        </p:xfrm>
        <a:graphic>
          <a:graphicData uri="http://schemas.openxmlformats.org/drawingml/2006/table">
            <a:tbl>
              <a:tblPr firstRow="1" bandRow="1">
                <a:tableStyleId>{35758FB7-9AC5-4552-8A53-C91805E547FA}</a:tableStyleId>
              </a:tblPr>
              <a:tblGrid>
                <a:gridCol w="4061460">
                  <a:extLst>
                    <a:ext uri="{9D8B030D-6E8A-4147-A177-3AD203B41FA5}">
                      <a16:colId xmlns:a16="http://schemas.microsoft.com/office/drawing/2014/main" val="2255531799"/>
                    </a:ext>
                  </a:extLst>
                </a:gridCol>
                <a:gridCol w="4061460">
                  <a:extLst>
                    <a:ext uri="{9D8B030D-6E8A-4147-A177-3AD203B41FA5}">
                      <a16:colId xmlns:a16="http://schemas.microsoft.com/office/drawing/2014/main" val="3166914974"/>
                    </a:ext>
                  </a:extLst>
                </a:gridCol>
              </a:tblGrid>
              <a:tr h="480783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目標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企画時に考えた内容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実績</a:t>
                      </a:r>
                      <a:r>
                        <a:rPr kumimoji="1" lang="en-US" altLang="ja-JP" dirty="0"/>
                        <a:t>(</a:t>
                      </a:r>
                      <a:r>
                        <a:rPr kumimoji="1" lang="ja-JP" altLang="en-US" dirty="0"/>
                        <a:t>現在の実装状況</a:t>
                      </a:r>
                      <a:r>
                        <a:rPr kumimoji="1" lang="en-US" altLang="ja-JP" dirty="0"/>
                        <a:t>)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81275517"/>
                  </a:ext>
                </a:extLst>
              </a:tr>
              <a:tr h="652021">
                <a:tc>
                  <a:txBody>
                    <a:bodyPr/>
                    <a:lstStyle/>
                    <a:p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敵</a:t>
                      </a:r>
                      <a:r>
                        <a:rPr kumimoji="1" lang="en-US" altLang="ja-JP" dirty="0"/>
                        <a:t>AI</a:t>
                      </a:r>
                      <a:r>
                        <a:rPr kumimoji="1" lang="ja-JP" altLang="en-US" dirty="0"/>
                        <a:t>の制御や行動パターン実装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考えていた攻撃は実装済み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06702366"/>
                  </a:ext>
                </a:extLst>
              </a:tr>
              <a:tr h="652021">
                <a:tc>
                  <a:txBody>
                    <a:bodyPr/>
                    <a:lstStyle/>
                    <a:p>
                      <a:endParaRPr kumimoji="1" lang="en-US" altLang="ja-JP" dirty="0"/>
                    </a:p>
                    <a:p>
                      <a:r>
                        <a:rPr kumimoji="1" lang="en-US" altLang="ja-JP" dirty="0"/>
                        <a:t>Json</a:t>
                      </a:r>
                      <a:r>
                        <a:rPr kumimoji="1" lang="ja-JP" altLang="en-US" dirty="0"/>
                        <a:t>データと管理クラスを作る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実装済み。簡易的な管理クラスも実装。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8499879"/>
                  </a:ext>
                </a:extLst>
              </a:tr>
              <a:tr h="652021">
                <a:tc>
                  <a:txBody>
                    <a:bodyPr/>
                    <a:lstStyle/>
                    <a:p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カメラワーク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実装済み。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479810"/>
                  </a:ext>
                </a:extLst>
              </a:tr>
              <a:tr h="652021">
                <a:tc>
                  <a:txBody>
                    <a:bodyPr/>
                    <a:lstStyle/>
                    <a:p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ライトのシェーダー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en-US" altLang="ja-JP" dirty="0"/>
                    </a:p>
                    <a:p>
                      <a:r>
                        <a:rPr kumimoji="1" lang="ja-JP" altLang="en-US" dirty="0"/>
                        <a:t>ポイントライトは実装済み。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6639351"/>
                  </a:ext>
                </a:extLst>
              </a:tr>
              <a:tr h="652021">
                <a:tc>
                  <a:txBody>
                    <a:bodyPr/>
                    <a:lstStyle/>
                    <a:p>
                      <a:endParaRPr kumimoji="1" lang="en-US" altLang="ja-JP" dirty="0"/>
                    </a:p>
                    <a:p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8143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6563505"/>
      </p:ext>
    </p:extLst>
  </p:cSld>
  <p:clrMapOvr>
    <a:masterClrMapping/>
  </p:clrMapOvr>
</p:sld>
</file>

<file path=ppt/theme/theme1.xml><?xml version="1.0" encoding="utf-8"?>
<a:theme xmlns:a="http://schemas.openxmlformats.org/drawingml/2006/main" name="スライス">
  <a:themeElements>
    <a:clrScheme name="スライス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スライス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スライス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A6A6C361903FA540AF4D79E6EA2B777C" ma:contentTypeVersion="20" ma:contentTypeDescription="新しいドキュメントを作成します。" ma:contentTypeScope="" ma:versionID="5005c25ccbe36e1bd78f43fa4ec37af7">
  <xsd:schema xmlns:xsd="http://www.w3.org/2001/XMLSchema" xmlns:xs="http://www.w3.org/2001/XMLSchema" xmlns:p="http://schemas.microsoft.com/office/2006/metadata/properties" xmlns:ns2="aaa52e1c-8772-4366-aa63-bf636c80ebd4" xmlns:ns3="0c73c1f5-50cd-4477-a315-44bef7b8a847" targetNamespace="http://schemas.microsoft.com/office/2006/metadata/properties" ma:root="true" ma:fieldsID="dd4c8e6428aa52bef8f487bbf01a7de2" ns2:_="" ns3:_="">
    <xsd:import namespace="aaa52e1c-8772-4366-aa63-bf636c80ebd4"/>
    <xsd:import namespace="0c73c1f5-50cd-4477-a315-44bef7b8a84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  <xsd:element ref="ns2:_x5b9f__x88c5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aa52e1c-8772-4366-aa63-bf636c80ebd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MediaServiceLocation" ma:index="20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2" nillable="true" ma:taxonomy="true" ma:internalName="lcf76f155ced4ddcb4097134ff3c332f" ma:taxonomyFieldName="MediaServiceImageTags" ma:displayName="画像タグ" ma:readOnly="false" ma:fieldId="{5cf76f15-5ced-4ddc-b409-7134ff3c332f}" ma:taxonomyMulti="true" ma:sspId="7a3d4e50-da24-4b51-9333-67165e7dee8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  <xsd:element name="_x5b9f__x88c5_" ma:index="27" nillable="true" ma:displayName="実装" ma:default="0" ma:format="Dropdown" ma:internalName="_x5b9f__x88c5_">
      <xsd:simpleType>
        <xsd:restriction base="dms:Boolea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c73c1f5-50cd-4477-a315-44bef7b8a847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e53382d8-dd25-4436-a728-185b26683a86}" ma:internalName="TaxCatchAll" ma:showField="CatchAllData" ma:web="0c73c1f5-50cd-4477-a315-44bef7b8a84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aaa52e1c-8772-4366-aa63-bf636c80ebd4">
      <Terms xmlns="http://schemas.microsoft.com/office/infopath/2007/PartnerControls"/>
    </lcf76f155ced4ddcb4097134ff3c332f>
    <TaxCatchAll xmlns="0c73c1f5-50cd-4477-a315-44bef7b8a847" xsi:nil="true"/>
    <_x5b9f__x88c5_ xmlns="aaa52e1c-8772-4366-aa63-bf636c80ebd4">false</_x5b9f__x88c5_>
  </documentManagement>
</p:properties>
</file>

<file path=customXml/itemProps1.xml><?xml version="1.0" encoding="utf-8"?>
<ds:datastoreItem xmlns:ds="http://schemas.openxmlformats.org/officeDocument/2006/customXml" ds:itemID="{02827527-1695-4099-A2F8-4DABE93CEEE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aa52e1c-8772-4366-aa63-bf636c80ebd4"/>
    <ds:schemaRef ds:uri="0c73c1f5-50cd-4477-a315-44bef7b8a84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3F7FB1F1-B1EF-4BB2-A7FD-20FB8CD3FBD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D659C01C-C34E-4558-B7B4-930606FA44DD}">
  <ds:schemaRefs>
    <ds:schemaRef ds:uri="0c73c1f5-50cd-4477-a315-44bef7b8a847"/>
    <ds:schemaRef ds:uri="4e4c3407-0ac2-4e7d-b2ac-88db639ee8c6"/>
    <ds:schemaRef ds:uri="aaa52e1c-8772-4366-aa63-bf636c80ebd4"/>
    <ds:schemaRef ds:uri="c2ac4452-c347-4ae3-9c4c-b3265bbc44cb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304</TotalTime>
  <Words>129</Words>
  <Application>Microsoft Office PowerPoint</Application>
  <PresentationFormat>画面に合わせる (16:9)</PresentationFormat>
  <Paragraphs>36</Paragraphs>
  <Slides>3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Arial</vt:lpstr>
      <vt:lpstr>Century Gothic</vt:lpstr>
      <vt:lpstr>Wingdings 3</vt:lpstr>
      <vt:lpstr>スライス</vt:lpstr>
      <vt:lpstr>【就職作品展_振り返り】</vt:lpstr>
      <vt:lpstr>Q1.面白くしたいところ</vt:lpstr>
      <vt:lpstr>Q2.技術的な挑戦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【振り返りシート】 ゲーム大賞制作</dc:title>
  <dc:creator>坂本 拓也</dc:creator>
  <cp:lastModifiedBy>善原 敬子</cp:lastModifiedBy>
  <cp:revision>10</cp:revision>
  <dcterms:modified xsi:type="dcterms:W3CDTF">2025-11-24T17:41:20Z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0x010100A6A6C361903FA540AF4D79E6EA2B777C</vt:lpwstr>
  </property>
  <property fmtid="{D5CDD505-2E9C-101B-9397-08002B2CF9AE}" pid="3" name="MediaServiceImageTags">
    <vt:lpwstr/>
  </property>
</Properties>
</file>