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4"/>
  </p:sldMasterIdLst>
  <p:notesMasterIdLst>
    <p:notesMasterId r:id="rId7"/>
  </p:notesMasterIdLst>
  <p:sldIdLst>
    <p:sldId id="256" r:id="rId5"/>
    <p:sldId id="257" r:id="rId6"/>
  </p:sldIdLst>
  <p:sldSz cx="8229600" cy="10972800" type="B4JIS"/>
  <p:notesSz cx="10018713" cy="6888163"/>
  <p:embeddedFontLst>
    <p:embeddedFont>
      <p:font typeface="HG丸ｺﾞｼｯｸM-PRO" panose="020F0600000000000000" pitchFamily="50" charset="-128"/>
      <p:regular r:id="rId8"/>
    </p:embeddedFont>
    <p:embeddedFont>
      <p:font typeface="游ゴシック Light" panose="020B0300000000000000" pitchFamily="50" charset="-128"/>
      <p:regular r:id="rId9"/>
    </p:embeddedFont>
    <p:embeddedFont>
      <p:font typeface="Calibri Light" panose="020F0302020204030204" pitchFamily="34" charset="0"/>
      <p:regular r:id="rId10"/>
      <p: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游ゴシック" panose="020B0400000000000000" pitchFamily="50" charset="-128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原田　英一" userId="1e4dad64-703b-4d7c-b76b-06038dddf7b5" providerId="ADAL" clId="{67DE758E-0C7D-464E-B750-BD2D32BE94DE}"/>
    <pc:docChg chg="custSel addSld modSld">
      <pc:chgData name="原田　英一" userId="1e4dad64-703b-4d7c-b76b-06038dddf7b5" providerId="ADAL" clId="{67DE758E-0C7D-464E-B750-BD2D32BE94DE}" dt="2026-01-09T03:54:33.586" v="132"/>
      <pc:docMkLst>
        <pc:docMk/>
      </pc:docMkLst>
      <pc:sldChg chg="addSp delSp modSp add setBg">
        <pc:chgData name="原田　英一" userId="1e4dad64-703b-4d7c-b76b-06038dddf7b5" providerId="ADAL" clId="{67DE758E-0C7D-464E-B750-BD2D32BE94DE}" dt="2026-01-09T03:54:33.586" v="132"/>
        <pc:sldMkLst>
          <pc:docMk/>
          <pc:sldMk cId="451321816" sldId="257"/>
        </pc:sldMkLst>
        <pc:spChg chg="mod">
          <ac:chgData name="原田　英一" userId="1e4dad64-703b-4d7c-b76b-06038dddf7b5" providerId="ADAL" clId="{67DE758E-0C7D-464E-B750-BD2D32BE94DE}" dt="2026-01-09T03:52:50.817" v="85" actId="14100"/>
          <ac:spMkLst>
            <pc:docMk/>
            <pc:sldMk cId="451321816" sldId="257"/>
            <ac:spMk id="2" creationId="{660E15AA-3D18-422A-9F55-C0B143370DE1}"/>
          </ac:spMkLst>
        </pc:spChg>
        <pc:spChg chg="del">
          <ac:chgData name="原田　英一" userId="1e4dad64-703b-4d7c-b76b-06038dddf7b5" providerId="ADAL" clId="{67DE758E-0C7D-464E-B750-BD2D32BE94DE}" dt="2026-01-09T03:47:20.972" v="1"/>
          <ac:spMkLst>
            <pc:docMk/>
            <pc:sldMk cId="451321816" sldId="257"/>
            <ac:spMk id="3" creationId="{BC3CFA81-2E9A-4152-87A6-53A10FC7E9B6}"/>
          </ac:spMkLst>
        </pc:spChg>
        <pc:spChg chg="add mod">
          <ac:chgData name="原田　英一" userId="1e4dad64-703b-4d7c-b76b-06038dddf7b5" providerId="ADAL" clId="{67DE758E-0C7D-464E-B750-BD2D32BE94DE}" dt="2026-01-09T03:54:33.586" v="132"/>
          <ac:spMkLst>
            <pc:docMk/>
            <pc:sldMk cId="451321816" sldId="257"/>
            <ac:spMk id="7" creationId="{EE8C56BA-5C78-47EF-BFAE-A8E651E0438F}"/>
          </ac:spMkLst>
        </pc:spChg>
        <pc:spChg chg="add mod">
          <ac:chgData name="原田　英一" userId="1e4dad64-703b-4d7c-b76b-06038dddf7b5" providerId="ADAL" clId="{67DE758E-0C7D-464E-B750-BD2D32BE94DE}" dt="2026-01-09T03:52:55.984" v="87" actId="1076"/>
          <ac:spMkLst>
            <pc:docMk/>
            <pc:sldMk cId="451321816" sldId="257"/>
            <ac:spMk id="8" creationId="{B0C49A66-A5C3-4559-9BA0-9E8563A71205}"/>
          </ac:spMkLst>
        </pc:spChg>
        <pc:picChg chg="add del mod ord modCrop">
          <ac:chgData name="原田　英一" userId="1e4dad64-703b-4d7c-b76b-06038dddf7b5" providerId="ADAL" clId="{67DE758E-0C7D-464E-B750-BD2D32BE94DE}" dt="2026-01-09T03:49:12.061" v="28" actId="478"/>
          <ac:picMkLst>
            <pc:docMk/>
            <pc:sldMk cId="451321816" sldId="257"/>
            <ac:picMk id="5" creationId="{A7814258-42BC-45A9-B3B0-497AA8654ACF}"/>
          </ac:picMkLst>
        </pc:picChg>
        <pc:picChg chg="add mod">
          <ac:chgData name="原田　英一" userId="1e4dad64-703b-4d7c-b76b-06038dddf7b5" providerId="ADAL" clId="{67DE758E-0C7D-464E-B750-BD2D32BE94DE}" dt="2026-01-09T03:54:21.367" v="100" actId="1076"/>
          <ac:picMkLst>
            <pc:docMk/>
            <pc:sldMk cId="451321816" sldId="257"/>
            <ac:picMk id="9" creationId="{19FA3085-92C0-43F3-A639-97A0205FD230}"/>
          </ac:picMkLst>
        </pc:picChg>
        <pc:picChg chg="add mod">
          <ac:chgData name="原田　英一" userId="1e4dad64-703b-4d7c-b76b-06038dddf7b5" providerId="ADAL" clId="{67DE758E-0C7D-464E-B750-BD2D32BE94DE}" dt="2026-01-09T03:54:19.609" v="99" actId="1076"/>
          <ac:picMkLst>
            <pc:docMk/>
            <pc:sldMk cId="451321816" sldId="257"/>
            <ac:picMk id="10" creationId="{558E0F36-20DE-4342-BC44-FA1BF12A38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41613" cy="345364"/>
          </a:xfrm>
          <a:prstGeom prst="rect">
            <a:avLst/>
          </a:prstGeom>
        </p:spPr>
        <p:txBody>
          <a:bodyPr vert="horz" lIns="73556" tIns="36779" rIns="73556" bIns="36779" rtlCol="0"/>
          <a:lstStyle>
            <a:lvl1pPr algn="l">
              <a:defRPr sz="10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74543" y="1"/>
            <a:ext cx="4341613" cy="345364"/>
          </a:xfrm>
          <a:prstGeom prst="rect">
            <a:avLst/>
          </a:prstGeom>
        </p:spPr>
        <p:txBody>
          <a:bodyPr vert="horz" lIns="73556" tIns="36779" rIns="73556" bIns="36779" rtlCol="0"/>
          <a:lstStyle>
            <a:lvl1pPr algn="r">
              <a:defRPr sz="1000"/>
            </a:lvl1pPr>
          </a:lstStyle>
          <a:p>
            <a:fld id="{D45A97FD-4FB0-4554-8212-A9E02A8CF393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137025" y="862013"/>
            <a:ext cx="1744663" cy="2324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3556" tIns="36779" rIns="73556" bIns="3677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01616" y="3314730"/>
            <a:ext cx="8015482" cy="2711935"/>
          </a:xfrm>
          <a:prstGeom prst="rect">
            <a:avLst/>
          </a:prstGeom>
        </p:spPr>
        <p:txBody>
          <a:bodyPr vert="horz" lIns="73556" tIns="36779" rIns="73556" bIns="3677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542799"/>
            <a:ext cx="4341613" cy="345364"/>
          </a:xfrm>
          <a:prstGeom prst="rect">
            <a:avLst/>
          </a:prstGeom>
        </p:spPr>
        <p:txBody>
          <a:bodyPr vert="horz" lIns="73556" tIns="36779" rIns="73556" bIns="36779" rtlCol="0" anchor="b"/>
          <a:lstStyle>
            <a:lvl1pPr algn="l">
              <a:defRPr sz="10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74543" y="6542799"/>
            <a:ext cx="4341613" cy="345364"/>
          </a:xfrm>
          <a:prstGeom prst="rect">
            <a:avLst/>
          </a:prstGeom>
        </p:spPr>
        <p:txBody>
          <a:bodyPr vert="horz" lIns="73556" tIns="36779" rIns="73556" bIns="36779" rtlCol="0" anchor="b"/>
          <a:lstStyle>
            <a:lvl1pPr algn="r">
              <a:defRPr sz="1000"/>
            </a:lvl1pPr>
          </a:lstStyle>
          <a:p>
            <a:fld id="{B4EF80B9-3AEE-4EC6-8E86-DE102A655F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704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1pPr>
    <a:lvl2pPr marL="523677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2pPr>
    <a:lvl3pPr marL="1047354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3pPr>
    <a:lvl4pPr marL="1571031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4pPr>
    <a:lvl5pPr marL="2094708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5pPr>
    <a:lvl6pPr marL="2618384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6pPr>
    <a:lvl7pPr marL="3142061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7pPr>
    <a:lvl8pPr marL="3665738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8pPr>
    <a:lvl9pPr marL="4189415" algn="l" defTabSz="1047354" rtl="0" eaLnBrk="1" latinLnBrk="0" hangingPunct="1">
      <a:defRPr kumimoji="1" sz="13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795781"/>
            <a:ext cx="6995160" cy="382016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763261"/>
            <a:ext cx="6172200" cy="2649219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BADF569-E571-4369-9ED0-347CA8C5D134}"/>
              </a:ext>
            </a:extLst>
          </p:cNvPr>
          <p:cNvCxnSpPr/>
          <p:nvPr userDrawn="1"/>
        </p:nvCxnSpPr>
        <p:spPr>
          <a:xfrm>
            <a:off x="0" y="105822"/>
            <a:ext cx="82296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72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26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735583"/>
            <a:ext cx="7098030" cy="4564379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7343143"/>
            <a:ext cx="7098030" cy="2400299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18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921000"/>
            <a:ext cx="3497580" cy="69621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921000"/>
            <a:ext cx="3497580" cy="69621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66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84202"/>
            <a:ext cx="7098030" cy="212090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689861"/>
            <a:ext cx="3481506" cy="1318259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4008120"/>
            <a:ext cx="3481506" cy="58953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689861"/>
            <a:ext cx="3498652" cy="1318259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4008120"/>
            <a:ext cx="3498652" cy="58953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97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98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49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731520"/>
            <a:ext cx="2654260" cy="25603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579882"/>
            <a:ext cx="4166235" cy="779780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291840"/>
            <a:ext cx="2654260" cy="6098541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90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731520"/>
            <a:ext cx="2654260" cy="25603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579882"/>
            <a:ext cx="4166235" cy="7797800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291840"/>
            <a:ext cx="2654260" cy="6098541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3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3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84200"/>
            <a:ext cx="1774508" cy="929894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84200"/>
            <a:ext cx="5220653" cy="929894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526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C0459-A9C2-4519-84C5-CF95A6DC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0717BA-DB47-429C-BAAF-0CDE9B5AC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CE296E-7E72-4E45-814A-E3F074F2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EE7B4A-0C32-4F07-937E-15D661BE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96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84202"/>
            <a:ext cx="709803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921000"/>
            <a:ext cx="709803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10170162"/>
            <a:ext cx="18516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27A29-F376-4C95-8522-646EC694614C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10170162"/>
            <a:ext cx="277749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10170162"/>
            <a:ext cx="18516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B6E28-8485-4FF4-AAF6-12085F007F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0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72" r:id="rId12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kumimoji="1"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kumimoji="1"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7A518E-D72C-415B-A264-C76CDE19D8B9}"/>
              </a:ext>
            </a:extLst>
          </p:cNvPr>
          <p:cNvSpPr txBox="1"/>
          <p:nvPr/>
        </p:nvSpPr>
        <p:spPr>
          <a:xfrm>
            <a:off x="912603" y="319900"/>
            <a:ext cx="6732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800" b="1" dirty="0" smtClean="0">
                <a:ln w="10160">
                  <a:solidFill>
                    <a:schemeClr val="tx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ENDLESS ENCORE</a:t>
            </a:r>
            <a:endParaRPr kumimoji="1" lang="ja-JP" altLang="en-US" sz="4800" b="1" dirty="0">
              <a:ln w="10160">
                <a:solidFill>
                  <a:schemeClr val="tx1"/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9B009A-DE6F-4CA7-B117-9CA3D3BAEF17}"/>
              </a:ext>
            </a:extLst>
          </p:cNvPr>
          <p:cNvSpPr txBox="1"/>
          <p:nvPr/>
        </p:nvSpPr>
        <p:spPr>
          <a:xfrm>
            <a:off x="6666638" y="5384802"/>
            <a:ext cx="978153" cy="409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1"/>
                </a:solidFill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２〇卒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F5043D9-F46D-4B3A-A1FC-29EAE5B1D461}"/>
              </a:ext>
            </a:extLst>
          </p:cNvPr>
          <p:cNvSpPr/>
          <p:nvPr/>
        </p:nvSpPr>
        <p:spPr>
          <a:xfrm>
            <a:off x="207781" y="1407885"/>
            <a:ext cx="7809548" cy="45193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ゲーム画面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D1D33C-3172-462B-8FDF-63354B02F877}"/>
              </a:ext>
            </a:extLst>
          </p:cNvPr>
          <p:cNvSpPr txBox="1"/>
          <p:nvPr/>
        </p:nvSpPr>
        <p:spPr>
          <a:xfrm>
            <a:off x="2362286" y="6311635"/>
            <a:ext cx="649537" cy="442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お茶</a:t>
            </a:r>
            <a:endParaRPr kumimoji="1" lang="en-US" altLang="ja-JP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BC7A3F-5BF1-4B21-B031-0F72546730C2}"/>
              </a:ext>
            </a:extLst>
          </p:cNvPr>
          <p:cNvSpPr txBox="1"/>
          <p:nvPr/>
        </p:nvSpPr>
        <p:spPr>
          <a:xfrm>
            <a:off x="2362286" y="6721708"/>
            <a:ext cx="170431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3D</a:t>
            </a:r>
            <a:r>
              <a:rPr kumimoji="1" lang="ja-JP" altLang="en-US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アクション</a:t>
            </a:r>
            <a:endParaRPr kumimoji="1" lang="en-US" altLang="ja-JP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A7F5FAE-145D-4B0B-87DC-1D69D410B9D2}"/>
              </a:ext>
            </a:extLst>
          </p:cNvPr>
          <p:cNvSpPr txBox="1"/>
          <p:nvPr/>
        </p:nvSpPr>
        <p:spPr>
          <a:xfrm>
            <a:off x="2362286" y="7073176"/>
            <a:ext cx="851515" cy="442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b="1" dirty="0" err="1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DxLib</a:t>
            </a:r>
            <a:endParaRPr kumimoji="1" lang="en-US" altLang="ja-JP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92A7667-B1EE-434E-9EF9-53D9832C0F83}"/>
              </a:ext>
            </a:extLst>
          </p:cNvPr>
          <p:cNvSpPr txBox="1"/>
          <p:nvPr/>
        </p:nvSpPr>
        <p:spPr>
          <a:xfrm>
            <a:off x="2259694" y="8272223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ゲーム専攻科</a:t>
            </a:r>
            <a:r>
              <a:rPr kumimoji="1" lang="en-US" altLang="ja-JP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3</a:t>
            </a:r>
            <a:r>
              <a:rPr kumimoji="1" lang="ja-JP" altLang="en-US" sz="2000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年</a:t>
            </a:r>
            <a:r>
              <a:rPr kumimoji="1" lang="ja-JP" altLang="en-US" sz="20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　</a:t>
            </a:r>
            <a:r>
              <a:rPr kumimoji="1" lang="ja-JP" altLang="en-US" sz="2000" b="1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善原敬子</a:t>
            </a:r>
            <a:endParaRPr kumimoji="1" lang="ja-JP" altLang="en-US" sz="2000" b="1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02794A-DE8A-4729-84A1-123F9CDB84E1}"/>
              </a:ext>
            </a:extLst>
          </p:cNvPr>
          <p:cNvSpPr txBox="1"/>
          <p:nvPr/>
        </p:nvSpPr>
        <p:spPr>
          <a:xfrm>
            <a:off x="912603" y="9171218"/>
            <a:ext cx="6399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</a:t>
            </a:r>
            <a:r>
              <a:rPr kumimoji="1" lang="ja-JP" altLang="en-US" dirty="0" smtClean="0"/>
              <a:t>の攻撃をパリィで弾き返し、ダメージを与える</a:t>
            </a:r>
            <a:r>
              <a:rPr kumimoji="1" lang="en-US" altLang="ja-JP" dirty="0" smtClean="0"/>
              <a:t>3D</a:t>
            </a:r>
            <a:r>
              <a:rPr kumimoji="1" lang="ja-JP" altLang="en-US" dirty="0" smtClean="0"/>
              <a:t>アクションゲームです。戦闘前、ゲーム開始前にはカメラワークを使った演出を行い、緊張感や没入感をより感じられるようにしました。</a:t>
            </a:r>
            <a:endParaRPr kumimoji="1" lang="en-US" altLang="ja-JP" dirty="0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7563" r="6204" b="5941"/>
          <a:stretch/>
        </p:blipFill>
        <p:spPr>
          <a:xfrm>
            <a:off x="6535129" y="6311635"/>
            <a:ext cx="1227747" cy="1204419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t="3439"/>
          <a:stretch/>
        </p:blipFill>
        <p:spPr>
          <a:xfrm>
            <a:off x="252918" y="1560970"/>
            <a:ext cx="7719274" cy="420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t="-2000" r="-3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0E15AA-3D18-422A-9F55-C0B14337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57" y="4849586"/>
            <a:ext cx="7098030" cy="1415146"/>
          </a:xfrm>
        </p:spPr>
        <p:txBody>
          <a:bodyPr/>
          <a:lstStyle/>
          <a:p>
            <a:pPr algn="ctr"/>
            <a:r>
              <a:rPr kumimoji="1" lang="ja-JP" altLang="en-US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操作説明</a:t>
            </a: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B0C49A66-A5C3-4559-9BA0-9E8563A71205}"/>
              </a:ext>
            </a:extLst>
          </p:cNvPr>
          <p:cNvSpPr txBox="1">
            <a:spLocks/>
          </p:cNvSpPr>
          <p:nvPr/>
        </p:nvSpPr>
        <p:spPr>
          <a:xfrm>
            <a:off x="565785" y="472259"/>
            <a:ext cx="7098030" cy="1234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ゲームルール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845AFA60-970D-5A43-5CFA-D298398A5D2D}"/>
              </a:ext>
            </a:extLst>
          </p:cNvPr>
          <p:cNvGrpSpPr/>
          <p:nvPr/>
        </p:nvGrpSpPr>
        <p:grpSpPr>
          <a:xfrm>
            <a:off x="1513924" y="6374937"/>
            <a:ext cx="4940496" cy="3502333"/>
            <a:chOff x="8423046" y="6834576"/>
            <a:chExt cx="4940496" cy="3502333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99EE11C-CAEA-3BD8-1ADB-2460E4CD7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7555" y="7624388"/>
              <a:ext cx="4535987" cy="2712521"/>
            </a:xfrm>
            <a:prstGeom prst="rect">
              <a:avLst/>
            </a:prstGeom>
          </p:spPr>
        </p:pic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E288E21F-3C07-E855-FAF2-769B435E1F64}"/>
                </a:ext>
              </a:extLst>
            </p:cNvPr>
            <p:cNvSpPr/>
            <p:nvPr/>
          </p:nvSpPr>
          <p:spPr>
            <a:xfrm>
              <a:off x="9700247" y="7993564"/>
              <a:ext cx="900000" cy="900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F09462A-EB2D-2525-F9BC-8B3770776117}"/>
                </a:ext>
              </a:extLst>
            </p:cNvPr>
            <p:cNvSpPr/>
            <p:nvPr/>
          </p:nvSpPr>
          <p:spPr>
            <a:xfrm>
              <a:off x="8423046" y="6834576"/>
              <a:ext cx="1741715" cy="605224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移動</a:t>
              </a:r>
            </a:p>
          </p:txBody>
        </p:sp>
        <p:cxnSp>
          <p:nvCxnSpPr>
            <p:cNvPr id="6" name="コネクタ: カギ線 5">
              <a:extLst>
                <a:ext uri="{FF2B5EF4-FFF2-40B4-BE49-F238E27FC236}">
                  <a16:creationId xmlns:a16="http://schemas.microsoft.com/office/drawing/2014/main" id="{F25B7717-B536-7D79-62CC-4BCD06E9B8DA}"/>
                </a:ext>
              </a:extLst>
            </p:cNvPr>
            <p:cNvCxnSpPr>
              <a:cxnSpLocks/>
              <a:stCxn id="5" idx="2"/>
              <a:endCxn id="3" idx="2"/>
            </p:cNvCxnSpPr>
            <p:nvPr/>
          </p:nvCxnSpPr>
          <p:spPr>
            <a:xfrm rot="16200000" flipH="1">
              <a:off x="8995193" y="7738510"/>
              <a:ext cx="1003764" cy="406343"/>
            </a:xfrm>
            <a:prstGeom prst="bentConnector2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" t="9643" r="6804" b="5963"/>
          <a:stretch/>
        </p:blipFill>
        <p:spPr>
          <a:xfrm>
            <a:off x="832911" y="2223203"/>
            <a:ext cx="2967219" cy="1592015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5" r="3635"/>
          <a:stretch/>
        </p:blipFill>
        <p:spPr>
          <a:xfrm>
            <a:off x="4248363" y="3235461"/>
            <a:ext cx="2952115" cy="1660565"/>
          </a:xfrm>
          <a:prstGeom prst="rect">
            <a:avLst/>
          </a:prstGeom>
        </p:spPr>
      </p:pic>
      <p:sp>
        <p:nvSpPr>
          <p:cNvPr id="24" name="タイトル 1">
            <a:extLst>
              <a:ext uri="{FF2B5EF4-FFF2-40B4-BE49-F238E27FC236}">
                <a16:creationId xmlns:a16="http://schemas.microsoft.com/office/drawing/2014/main" id="{B0C49A66-A5C3-4559-9BA0-9E8563A71205}"/>
              </a:ext>
            </a:extLst>
          </p:cNvPr>
          <p:cNvSpPr txBox="1">
            <a:spLocks/>
          </p:cNvSpPr>
          <p:nvPr/>
        </p:nvSpPr>
        <p:spPr>
          <a:xfrm>
            <a:off x="764932" y="1556970"/>
            <a:ext cx="3349868" cy="667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2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敵の攻撃を弾き返し、</a:t>
            </a:r>
            <a:endParaRPr lang="ja-JP" altLang="en-US" sz="2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5" name="タイトル 1">
            <a:extLst>
              <a:ext uri="{FF2B5EF4-FFF2-40B4-BE49-F238E27FC236}">
                <a16:creationId xmlns:a16="http://schemas.microsoft.com/office/drawing/2014/main" id="{B0C49A66-A5C3-4559-9BA0-9E8563A71205}"/>
              </a:ext>
            </a:extLst>
          </p:cNvPr>
          <p:cNvSpPr txBox="1">
            <a:spLocks/>
          </p:cNvSpPr>
          <p:nvPr/>
        </p:nvSpPr>
        <p:spPr>
          <a:xfrm>
            <a:off x="3691125" y="2568190"/>
            <a:ext cx="4321766" cy="667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229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2400" dirty="0" smtClean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ダメージを与えて倒そう！</a:t>
            </a:r>
            <a:endParaRPr lang="ja-JP" altLang="en-US" sz="2400" dirty="0">
              <a:latin typeface="HG丸ｺﾞｼｯｸM-PRO" panose="020F0600000000000000" pitchFamily="50" charset="-128"/>
              <a:ea typeface="HG丸ｺﾞｼｯｸM-PRO" panose="020F0600000000000000" pitchFamily="50" charset="-128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E288E21F-3C07-E855-FAF2-769B435E1F64}"/>
              </a:ext>
            </a:extLst>
          </p:cNvPr>
          <p:cNvSpPr/>
          <p:nvPr/>
        </p:nvSpPr>
        <p:spPr>
          <a:xfrm>
            <a:off x="4829175" y="7827169"/>
            <a:ext cx="330994" cy="32100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コネクタ: カギ線 5">
            <a:extLst>
              <a:ext uri="{FF2B5EF4-FFF2-40B4-BE49-F238E27FC236}">
                <a16:creationId xmlns:a16="http://schemas.microsoft.com/office/drawing/2014/main" id="{F25B7717-B536-7D79-62CC-4BCD06E9B8DA}"/>
              </a:ext>
            </a:extLst>
          </p:cNvPr>
          <p:cNvCxnSpPr>
            <a:cxnSpLocks/>
            <a:stCxn id="30" idx="2"/>
            <a:endCxn id="26" idx="0"/>
          </p:cNvCxnSpPr>
          <p:nvPr/>
        </p:nvCxnSpPr>
        <p:spPr>
          <a:xfrm rot="16200000" flipH="1">
            <a:off x="4289031" y="7121528"/>
            <a:ext cx="882308" cy="528973"/>
          </a:xfrm>
          <a:prstGeom prst="bentConnector3">
            <a:avLst>
              <a:gd name="adj1" fmla="val 5000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F09462A-EB2D-2525-F9BC-8B3770776117}"/>
              </a:ext>
            </a:extLst>
          </p:cNvPr>
          <p:cNvSpPr/>
          <p:nvPr/>
        </p:nvSpPr>
        <p:spPr>
          <a:xfrm>
            <a:off x="3825998" y="6474851"/>
            <a:ext cx="1279402" cy="470010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ダッシュ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E288E21F-3C07-E855-FAF2-769B435E1F64}"/>
              </a:ext>
            </a:extLst>
          </p:cNvPr>
          <p:cNvSpPr/>
          <p:nvPr/>
        </p:nvSpPr>
        <p:spPr>
          <a:xfrm>
            <a:off x="5365698" y="7832319"/>
            <a:ext cx="330994" cy="3210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E288E21F-3C07-E855-FAF2-769B435E1F64}"/>
              </a:ext>
            </a:extLst>
          </p:cNvPr>
          <p:cNvSpPr/>
          <p:nvPr/>
        </p:nvSpPr>
        <p:spPr>
          <a:xfrm>
            <a:off x="5105400" y="7561872"/>
            <a:ext cx="330994" cy="321006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E288E21F-3C07-E855-FAF2-769B435E1F64}"/>
              </a:ext>
            </a:extLst>
          </p:cNvPr>
          <p:cNvSpPr/>
          <p:nvPr/>
        </p:nvSpPr>
        <p:spPr>
          <a:xfrm>
            <a:off x="5097437" y="8094441"/>
            <a:ext cx="330994" cy="32100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コネクタ: カギ線 5">
            <a:extLst>
              <a:ext uri="{FF2B5EF4-FFF2-40B4-BE49-F238E27FC236}">
                <a16:creationId xmlns:a16="http://schemas.microsoft.com/office/drawing/2014/main" id="{F25B7717-B536-7D79-62CC-4BCD06E9B8DA}"/>
              </a:ext>
            </a:extLst>
          </p:cNvPr>
          <p:cNvCxnSpPr>
            <a:cxnSpLocks/>
            <a:stCxn id="46" idx="2"/>
            <a:endCxn id="35" idx="6"/>
          </p:cNvCxnSpPr>
          <p:nvPr/>
        </p:nvCxnSpPr>
        <p:spPr>
          <a:xfrm rot="5400000">
            <a:off x="6053771" y="7439798"/>
            <a:ext cx="195945" cy="910102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F09462A-EB2D-2525-F9BC-8B3770776117}"/>
              </a:ext>
            </a:extLst>
          </p:cNvPr>
          <p:cNvSpPr/>
          <p:nvPr/>
        </p:nvSpPr>
        <p:spPr>
          <a:xfrm>
            <a:off x="5967093" y="7326867"/>
            <a:ext cx="1279402" cy="470010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パリィ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F09462A-EB2D-2525-F9BC-8B3770776117}"/>
              </a:ext>
            </a:extLst>
          </p:cNvPr>
          <p:cNvSpPr/>
          <p:nvPr/>
        </p:nvSpPr>
        <p:spPr>
          <a:xfrm>
            <a:off x="5905278" y="6474850"/>
            <a:ext cx="1279402" cy="470010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ジャンプ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コネクタ: カギ線 5">
            <a:extLst>
              <a:ext uri="{FF2B5EF4-FFF2-40B4-BE49-F238E27FC236}">
                <a16:creationId xmlns:a16="http://schemas.microsoft.com/office/drawing/2014/main" id="{F25B7717-B536-7D79-62CC-4BCD06E9B8DA}"/>
              </a:ext>
            </a:extLst>
          </p:cNvPr>
          <p:cNvCxnSpPr>
            <a:cxnSpLocks/>
            <a:stCxn id="48" idx="1"/>
            <a:endCxn id="39" idx="0"/>
          </p:cNvCxnSpPr>
          <p:nvPr/>
        </p:nvCxnSpPr>
        <p:spPr>
          <a:xfrm rot="10800000" flipV="1">
            <a:off x="5270898" y="6709854"/>
            <a:ext cx="634381" cy="852017"/>
          </a:xfrm>
          <a:prstGeom prst="bentConnector2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F09462A-EB2D-2525-F9BC-8B3770776117}"/>
              </a:ext>
            </a:extLst>
          </p:cNvPr>
          <p:cNvSpPr/>
          <p:nvPr/>
        </p:nvSpPr>
        <p:spPr>
          <a:xfrm>
            <a:off x="5956161" y="8286004"/>
            <a:ext cx="1279402" cy="470010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回避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3" name="コネクタ: カギ線 5">
            <a:extLst>
              <a:ext uri="{FF2B5EF4-FFF2-40B4-BE49-F238E27FC236}">
                <a16:creationId xmlns:a16="http://schemas.microsoft.com/office/drawing/2014/main" id="{F25B7717-B536-7D79-62CC-4BCD06E9B8DA}"/>
              </a:ext>
            </a:extLst>
          </p:cNvPr>
          <p:cNvCxnSpPr>
            <a:cxnSpLocks/>
            <a:stCxn id="52" idx="1"/>
            <a:endCxn id="40" idx="4"/>
          </p:cNvCxnSpPr>
          <p:nvPr/>
        </p:nvCxnSpPr>
        <p:spPr>
          <a:xfrm rot="10800000">
            <a:off x="5262935" y="8415447"/>
            <a:ext cx="693227" cy="105562"/>
          </a:xfrm>
          <a:prstGeom prst="bentConnector2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楕円 55">
            <a:extLst>
              <a:ext uri="{FF2B5EF4-FFF2-40B4-BE49-F238E27FC236}">
                <a16:creationId xmlns:a16="http://schemas.microsoft.com/office/drawing/2014/main" id="{E288E21F-3C07-E855-FAF2-769B435E1F64}"/>
              </a:ext>
            </a:extLst>
          </p:cNvPr>
          <p:cNvSpPr/>
          <p:nvPr/>
        </p:nvSpPr>
        <p:spPr>
          <a:xfrm>
            <a:off x="4438437" y="8272128"/>
            <a:ext cx="652477" cy="6524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F09462A-EB2D-2525-F9BC-8B3770776117}"/>
              </a:ext>
            </a:extLst>
          </p:cNvPr>
          <p:cNvSpPr/>
          <p:nvPr/>
        </p:nvSpPr>
        <p:spPr>
          <a:xfrm>
            <a:off x="3930196" y="9593052"/>
            <a:ext cx="1657892" cy="605224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カメラ操作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8" name="コネクタ: カギ線 5">
            <a:extLst>
              <a:ext uri="{FF2B5EF4-FFF2-40B4-BE49-F238E27FC236}">
                <a16:creationId xmlns:a16="http://schemas.microsoft.com/office/drawing/2014/main" id="{F25B7717-B536-7D79-62CC-4BCD06E9B8DA}"/>
              </a:ext>
            </a:extLst>
          </p:cNvPr>
          <p:cNvCxnSpPr>
            <a:cxnSpLocks/>
            <a:stCxn id="57" idx="0"/>
            <a:endCxn id="56" idx="4"/>
          </p:cNvCxnSpPr>
          <p:nvPr/>
        </p:nvCxnSpPr>
        <p:spPr>
          <a:xfrm rot="5400000" flipH="1" flipV="1">
            <a:off x="4427686" y="9256062"/>
            <a:ext cx="668447" cy="55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32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c73c1f5-50cd-4477-a315-44bef7b8a847" xsi:nil="true"/>
    <lcf76f155ced4ddcb4097134ff3c332f xmlns="aaa52e1c-8772-4366-aa63-bf636c80ebd4">
      <Terms xmlns="http://schemas.microsoft.com/office/infopath/2007/PartnerControls"/>
    </lcf76f155ced4ddcb4097134ff3c332f>
    <_x5b9f__x88c5_ xmlns="aaa52e1c-8772-4366-aa63-bf636c80ebd4">false</_x5b9f__x88c5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6A6C361903FA540AF4D79E6EA2B777C" ma:contentTypeVersion="20" ma:contentTypeDescription="新しいドキュメントを作成します。" ma:contentTypeScope="" ma:versionID="b98fea0ea475d35394e74ccd4dbb5806">
  <xsd:schema xmlns:xsd="http://www.w3.org/2001/XMLSchema" xmlns:xs="http://www.w3.org/2001/XMLSchema" xmlns:p="http://schemas.microsoft.com/office/2006/metadata/properties" xmlns:ns2="aaa52e1c-8772-4366-aa63-bf636c80ebd4" xmlns:ns3="0c73c1f5-50cd-4477-a315-44bef7b8a847" targetNamespace="http://schemas.microsoft.com/office/2006/metadata/properties" ma:root="true" ma:fieldsID="58cdd6a2d1607ef46e519342289dc102" ns2:_="" ns3:_="">
    <xsd:import namespace="aaa52e1c-8772-4366-aa63-bf636c80ebd4"/>
    <xsd:import namespace="0c73c1f5-50cd-4477-a315-44bef7b8a8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x5b9f__x88c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52e1c-8772-4366-aa63-bf636c80eb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b9f__x88c5_" ma:index="27" nillable="true" ma:displayName="実装" ma:default="0" ma:format="Dropdown" ma:internalName="_x5b9f__x88c5_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3c1f5-50cd-4477-a315-44bef7b8a84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53382d8-dd25-4436-a728-185b26683a86}" ma:internalName="TaxCatchAll" ma:showField="CatchAllData" ma:web="0c73c1f5-50cd-4477-a315-44bef7b8a8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822BC9-E018-44AF-AD44-A846569EC1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0E6BA2-2398-453E-9DEE-B779EEBFA803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aaa52e1c-8772-4366-aa63-bf636c80ebd4"/>
    <ds:schemaRef ds:uri="http://purl.org/dc/elements/1.1/"/>
    <ds:schemaRef ds:uri="http://schemas.microsoft.com/office/2006/metadata/properties"/>
    <ds:schemaRef ds:uri="0c73c1f5-50cd-4477-a315-44bef7b8a847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1BEC23-59D6-47F2-A0C1-4E0F9814E38E}">
  <ds:schemaRefs>
    <ds:schemaRef ds:uri="0c73c1f5-50cd-4477-a315-44bef7b8a847"/>
    <ds:schemaRef ds:uri="aaa52e1c-8772-4366-aa63-bf636c80eb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76</Words>
  <Application>Microsoft Office PowerPoint</Application>
  <PresentationFormat>B4 (JIS) 257x364 mm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HG丸ｺﾞｼｯｸM-PRO</vt:lpstr>
      <vt:lpstr>Arial</vt:lpstr>
      <vt:lpstr>游ゴシック Light</vt:lpstr>
      <vt:lpstr>Calibri Light</vt:lpstr>
      <vt:lpstr>Calibri</vt:lpstr>
      <vt:lpstr>游ゴシック</vt:lpstr>
      <vt:lpstr>Office テーマ</vt:lpstr>
      <vt:lpstr>PowerPoint プレゼンテーション</vt:lpstr>
      <vt:lpstr>操作説明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原田　英一</dc:creator>
  <cp:lastModifiedBy>善原 敬子</cp:lastModifiedBy>
  <cp:revision>6</cp:revision>
  <cp:lastPrinted>2025-12-23T09:12:27Z</cp:lastPrinted>
  <dcterms:created xsi:type="dcterms:W3CDTF">2025-12-23T07:18:19Z</dcterms:created>
  <dcterms:modified xsi:type="dcterms:W3CDTF">2026-01-13T04:55:51Z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0x010100A6A6C361903FA540AF4D79E6EA2B777C</vt:lpwstr>
  </property>
  <property fmtid="{D5CDD505-2E9C-101B-9397-08002B2CF9AE}" pid="3" name="MediaServiceImageTags">
    <vt:lpwstr/>
  </property>
</Properties>
</file>