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5" r:id="rId4"/>
  </p:sldMasterIdLst>
  <p:notesMasterIdLst>
    <p:notesMasterId r:id="rId19"/>
  </p:notesMasterIdLst>
  <p:sldIdLst>
    <p:sldId id="481" r:id="rId5"/>
    <p:sldId id="482" r:id="rId6"/>
    <p:sldId id="476" r:id="rId7"/>
    <p:sldId id="477" r:id="rId8"/>
    <p:sldId id="478" r:id="rId9"/>
    <p:sldId id="480" r:id="rId10"/>
    <p:sldId id="479" r:id="rId11"/>
    <p:sldId id="483" r:id="rId12"/>
    <p:sldId id="484" r:id="rId13"/>
    <p:sldId id="485" r:id="rId14"/>
    <p:sldId id="486" r:id="rId15"/>
    <p:sldId id="487" r:id="rId16"/>
    <p:sldId id="488" r:id="rId17"/>
    <p:sldId id="489"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善原　敬子" initials="善原　敬子" lastIdx="1" clrIdx="0">
    <p:extLst>
      <p:ext uri="{19B8F6BF-5375-455C-9EA6-DF929625EA0E}">
        <p15:presenceInfo xmlns:p15="http://schemas.microsoft.com/office/powerpoint/2012/main" userId="善原　敬子"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3E9FF"/>
    <a:srgbClr val="77D3F1"/>
    <a:srgbClr val="800000"/>
    <a:srgbClr val="EAB8FE"/>
    <a:srgbClr val="DC8BFD"/>
    <a:srgbClr val="FF3300"/>
    <a:srgbClr val="286B9D"/>
    <a:srgbClr val="A3C2FF"/>
    <a:srgbClr val="FFA5A3"/>
    <a:srgbClr val="FF76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1F4622-6E24-41E3-9FAC-8E5003CE498C}" v="82" dt="2025-09-18T13:54:06.3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96" autoAdjust="0"/>
    <p:restoredTop sz="94192" autoAdjust="0"/>
  </p:normalViewPr>
  <p:slideViewPr>
    <p:cSldViewPr>
      <p:cViewPr>
        <p:scale>
          <a:sx n="75" d="100"/>
          <a:sy n="75" d="100"/>
        </p:scale>
        <p:origin x="528" y="6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拓也 坂本" userId="6d44b609-d882-45f8-954d-c4c762a8a7fd" providerId="ADAL" clId="{28A1EE70-0FF7-4822-BF0C-D88185348867}"/>
    <pc:docChg chg="undo delSld modSld">
      <pc:chgData name="拓也 坂本" userId="6d44b609-d882-45f8-954d-c4c762a8a7fd" providerId="ADAL" clId="{28A1EE70-0FF7-4822-BF0C-D88185348867}" dt="2025-07-28T09:55:46.614" v="16" actId="14100"/>
      <pc:docMkLst>
        <pc:docMk/>
      </pc:docMkLst>
      <pc:sldChg chg="del">
        <pc:chgData name="拓也 坂本" userId="6d44b609-d882-45f8-954d-c4c762a8a7fd" providerId="ADAL" clId="{28A1EE70-0FF7-4822-BF0C-D88185348867}" dt="2025-07-28T09:54:42.245" v="2" actId="2696"/>
        <pc:sldMkLst>
          <pc:docMk/>
          <pc:sldMk cId="53756424" sldId="461"/>
        </pc:sldMkLst>
      </pc:sldChg>
      <pc:sldChg chg="del">
        <pc:chgData name="拓也 坂本" userId="6d44b609-d882-45f8-954d-c4c762a8a7fd" providerId="ADAL" clId="{28A1EE70-0FF7-4822-BF0C-D88185348867}" dt="2025-07-28T09:54:39.954" v="0" actId="2696"/>
        <pc:sldMkLst>
          <pc:docMk/>
          <pc:sldMk cId="3139541871" sldId="463"/>
        </pc:sldMkLst>
      </pc:sldChg>
      <pc:sldChg chg="del">
        <pc:chgData name="拓也 坂本" userId="6d44b609-d882-45f8-954d-c4c762a8a7fd" providerId="ADAL" clId="{28A1EE70-0FF7-4822-BF0C-D88185348867}" dt="2025-07-28T09:54:41.227" v="1" actId="2696"/>
        <pc:sldMkLst>
          <pc:docMk/>
          <pc:sldMk cId="1505046685" sldId="464"/>
        </pc:sldMkLst>
      </pc:sldChg>
      <pc:sldChg chg="modSp">
        <pc:chgData name="拓也 坂本" userId="6d44b609-d882-45f8-954d-c4c762a8a7fd" providerId="ADAL" clId="{28A1EE70-0FF7-4822-BF0C-D88185348867}" dt="2025-07-28T09:55:46.614" v="16" actId="14100"/>
        <pc:sldMkLst>
          <pc:docMk/>
          <pc:sldMk cId="2783087482" sldId="468"/>
        </pc:sldMkLst>
      </pc:sldChg>
    </pc:docChg>
  </pc:docChgLst>
  <pc:docChgLst>
    <pc:chgData name="善原 敬子" userId="c91982cb-5ab9-4612-a46e-5e22cffe7d5d" providerId="ADAL" clId="{8C4BBCDF-9C11-4259-AD10-073E16689AD1}"/>
    <pc:docChg chg="undo redo custSel modSld">
      <pc:chgData name="善原 敬子" userId="c91982cb-5ab9-4612-a46e-5e22cffe7d5d" providerId="ADAL" clId="{8C4BBCDF-9C11-4259-AD10-073E16689AD1}" dt="2025-09-18T13:56:44.317" v="2711" actId="1076"/>
      <pc:docMkLst>
        <pc:docMk/>
      </pc:docMkLst>
      <pc:sldChg chg="modSp mod">
        <pc:chgData name="善原 敬子" userId="c91982cb-5ab9-4612-a46e-5e22cffe7d5d" providerId="ADAL" clId="{8C4BBCDF-9C11-4259-AD10-073E16689AD1}" dt="2025-09-18T13:51:13.988" v="2520" actId="2711"/>
        <pc:sldMkLst>
          <pc:docMk/>
          <pc:sldMk cId="1448718984" sldId="458"/>
        </pc:sldMkLst>
        <pc:spChg chg="mod">
          <ac:chgData name="善原 敬子" userId="c91982cb-5ab9-4612-a46e-5e22cffe7d5d" providerId="ADAL" clId="{8C4BBCDF-9C11-4259-AD10-073E16689AD1}" dt="2025-09-17T08:02:09.361" v="12" actId="208"/>
          <ac:spMkLst>
            <pc:docMk/>
            <pc:sldMk cId="1448718984" sldId="458"/>
            <ac:spMk id="3" creationId="{51CAF269-AAD7-4250-929E-E4A68E833726}"/>
          </ac:spMkLst>
        </pc:spChg>
        <pc:spChg chg="mod">
          <ac:chgData name="善原 敬子" userId="c91982cb-5ab9-4612-a46e-5e22cffe7d5d" providerId="ADAL" clId="{8C4BBCDF-9C11-4259-AD10-073E16689AD1}" dt="2025-09-18T13:51:13.988" v="2520" actId="2711"/>
          <ac:spMkLst>
            <pc:docMk/>
            <pc:sldMk cId="1448718984" sldId="458"/>
            <ac:spMk id="16" creationId="{00000000-0000-0000-0000-000000000000}"/>
          </ac:spMkLst>
        </pc:spChg>
      </pc:sldChg>
      <pc:sldChg chg="addSp delSp modSp mod">
        <pc:chgData name="善原 敬子" userId="c91982cb-5ab9-4612-a46e-5e22cffe7d5d" providerId="ADAL" clId="{8C4BBCDF-9C11-4259-AD10-073E16689AD1}" dt="2025-09-18T13:50:36.756" v="2512" actId="2711"/>
        <pc:sldMkLst>
          <pc:docMk/>
          <pc:sldMk cId="1482119738" sldId="459"/>
        </pc:sldMkLst>
        <pc:spChg chg="add mod">
          <ac:chgData name="善原 敬子" userId="c91982cb-5ab9-4612-a46e-5e22cffe7d5d" providerId="ADAL" clId="{8C4BBCDF-9C11-4259-AD10-073E16689AD1}" dt="2025-09-18T13:50:28.858" v="2510" actId="2711"/>
          <ac:spMkLst>
            <pc:docMk/>
            <pc:sldMk cId="1482119738" sldId="459"/>
            <ac:spMk id="3" creationId="{6EED238B-B7A0-E6ED-E448-73245EB36AD5}"/>
          </ac:spMkLst>
        </pc:spChg>
        <pc:spChg chg="mod">
          <ac:chgData name="善原 敬子" userId="c91982cb-5ab9-4612-a46e-5e22cffe7d5d" providerId="ADAL" clId="{8C4BBCDF-9C11-4259-AD10-073E16689AD1}" dt="2025-09-17T08:35:10.708" v="266" actId="14100"/>
          <ac:spMkLst>
            <pc:docMk/>
            <pc:sldMk cId="1482119738" sldId="459"/>
            <ac:spMk id="4" creationId="{00000000-0000-0000-0000-000000000000}"/>
          </ac:spMkLst>
        </pc:spChg>
        <pc:spChg chg="del">
          <ac:chgData name="善原 敬子" userId="c91982cb-5ab9-4612-a46e-5e22cffe7d5d" providerId="ADAL" clId="{8C4BBCDF-9C11-4259-AD10-073E16689AD1}" dt="2025-09-17T08:25:00.588" v="241" actId="478"/>
          <ac:spMkLst>
            <pc:docMk/>
            <pc:sldMk cId="1482119738" sldId="459"/>
            <ac:spMk id="5" creationId="{00000000-0000-0000-0000-000000000000}"/>
          </ac:spMkLst>
        </pc:spChg>
        <pc:spChg chg="mod">
          <ac:chgData name="善原 敬子" userId="c91982cb-5ab9-4612-a46e-5e22cffe7d5d" providerId="ADAL" clId="{8C4BBCDF-9C11-4259-AD10-073E16689AD1}" dt="2025-09-17T08:54:11.214" v="467" actId="122"/>
          <ac:spMkLst>
            <pc:docMk/>
            <pc:sldMk cId="1482119738" sldId="459"/>
            <ac:spMk id="6" creationId="{00000000-0000-0000-0000-000000000000}"/>
          </ac:spMkLst>
        </pc:spChg>
        <pc:spChg chg="mod">
          <ac:chgData name="善原 敬子" userId="c91982cb-5ab9-4612-a46e-5e22cffe7d5d" providerId="ADAL" clId="{8C4BBCDF-9C11-4259-AD10-073E16689AD1}" dt="2025-09-17T08:31:18.344" v="246" actId="1076"/>
          <ac:spMkLst>
            <pc:docMk/>
            <pc:sldMk cId="1482119738" sldId="459"/>
            <ac:spMk id="7" creationId="{00000000-0000-0000-0000-000000000000}"/>
          </ac:spMkLst>
        </pc:spChg>
        <pc:spChg chg="add mod">
          <ac:chgData name="善原 敬子" userId="c91982cb-5ab9-4612-a46e-5e22cffe7d5d" providerId="ADAL" clId="{8C4BBCDF-9C11-4259-AD10-073E16689AD1}" dt="2025-09-18T13:50:31.715" v="2511" actId="2711"/>
          <ac:spMkLst>
            <pc:docMk/>
            <pc:sldMk cId="1482119738" sldId="459"/>
            <ac:spMk id="8" creationId="{CC3903B6-01F7-F9AE-3197-A3006EC3B5DE}"/>
          </ac:spMkLst>
        </pc:spChg>
        <pc:spChg chg="add mod">
          <ac:chgData name="善原 敬子" userId="c91982cb-5ab9-4612-a46e-5e22cffe7d5d" providerId="ADAL" clId="{8C4BBCDF-9C11-4259-AD10-073E16689AD1}" dt="2025-09-18T13:50:36.756" v="2512" actId="2711"/>
          <ac:spMkLst>
            <pc:docMk/>
            <pc:sldMk cId="1482119738" sldId="459"/>
            <ac:spMk id="9" creationId="{97F5A319-8CC8-D535-50B1-F0AF930BF47C}"/>
          </ac:spMkLst>
        </pc:spChg>
        <pc:spChg chg="mod">
          <ac:chgData name="善原 敬子" userId="c91982cb-5ab9-4612-a46e-5e22cffe7d5d" providerId="ADAL" clId="{8C4BBCDF-9C11-4259-AD10-073E16689AD1}" dt="2025-09-17T08:35:08.597" v="265" actId="14100"/>
          <ac:spMkLst>
            <pc:docMk/>
            <pc:sldMk cId="1482119738" sldId="459"/>
            <ac:spMk id="14" creationId="{00000000-0000-0000-0000-000000000000}"/>
          </ac:spMkLst>
        </pc:spChg>
        <pc:spChg chg="mod">
          <ac:chgData name="善原 敬子" userId="c91982cb-5ab9-4612-a46e-5e22cffe7d5d" providerId="ADAL" clId="{8C4BBCDF-9C11-4259-AD10-073E16689AD1}" dt="2025-09-17T08:35:05.779" v="264" actId="14100"/>
          <ac:spMkLst>
            <pc:docMk/>
            <pc:sldMk cId="1482119738" sldId="459"/>
            <ac:spMk id="15" creationId="{00000000-0000-0000-0000-000000000000}"/>
          </ac:spMkLst>
        </pc:spChg>
        <pc:spChg chg="del">
          <ac:chgData name="善原 敬子" userId="c91982cb-5ab9-4612-a46e-5e22cffe7d5d" providerId="ADAL" clId="{8C4BBCDF-9C11-4259-AD10-073E16689AD1}" dt="2025-09-17T08:03:10.346" v="22" actId="478"/>
          <ac:spMkLst>
            <pc:docMk/>
            <pc:sldMk cId="1482119738" sldId="459"/>
            <ac:spMk id="17" creationId="{00000000-0000-0000-0000-000000000000}"/>
          </ac:spMkLst>
        </pc:spChg>
        <pc:spChg chg="del">
          <ac:chgData name="善原 敬子" userId="c91982cb-5ab9-4612-a46e-5e22cffe7d5d" providerId="ADAL" clId="{8C4BBCDF-9C11-4259-AD10-073E16689AD1}" dt="2025-09-17T08:03:04.078" v="15" actId="478"/>
          <ac:spMkLst>
            <pc:docMk/>
            <pc:sldMk cId="1482119738" sldId="459"/>
            <ac:spMk id="18" creationId="{00000000-0000-0000-0000-000000000000}"/>
          </ac:spMkLst>
        </pc:spChg>
        <pc:spChg chg="del">
          <ac:chgData name="善原 敬子" userId="c91982cb-5ab9-4612-a46e-5e22cffe7d5d" providerId="ADAL" clId="{8C4BBCDF-9C11-4259-AD10-073E16689AD1}" dt="2025-09-17T08:25:01.892" v="242" actId="478"/>
          <ac:spMkLst>
            <pc:docMk/>
            <pc:sldMk cId="1482119738" sldId="459"/>
            <ac:spMk id="20" creationId="{00000000-0000-0000-0000-000000000000}"/>
          </ac:spMkLst>
        </pc:spChg>
        <pc:spChg chg="del mod">
          <ac:chgData name="善原 敬子" userId="c91982cb-5ab9-4612-a46e-5e22cffe7d5d" providerId="ADAL" clId="{8C4BBCDF-9C11-4259-AD10-073E16689AD1}" dt="2025-09-17T08:03:05.847" v="17" actId="478"/>
          <ac:spMkLst>
            <pc:docMk/>
            <pc:sldMk cId="1482119738" sldId="459"/>
            <ac:spMk id="23" creationId="{00000000-0000-0000-0000-000000000000}"/>
          </ac:spMkLst>
        </pc:spChg>
        <pc:spChg chg="del">
          <ac:chgData name="善原 敬子" userId="c91982cb-5ab9-4612-a46e-5e22cffe7d5d" providerId="ADAL" clId="{8C4BBCDF-9C11-4259-AD10-073E16689AD1}" dt="2025-09-17T08:03:08.662" v="21" actId="478"/>
          <ac:spMkLst>
            <pc:docMk/>
            <pc:sldMk cId="1482119738" sldId="459"/>
            <ac:spMk id="24" creationId="{00000000-0000-0000-0000-000000000000}"/>
          </ac:spMkLst>
        </pc:spChg>
        <pc:spChg chg="del">
          <ac:chgData name="善原 敬子" userId="c91982cb-5ab9-4612-a46e-5e22cffe7d5d" providerId="ADAL" clId="{8C4BBCDF-9C11-4259-AD10-073E16689AD1}" dt="2025-09-17T08:24:58.939" v="240" actId="478"/>
          <ac:spMkLst>
            <pc:docMk/>
            <pc:sldMk cId="1482119738" sldId="459"/>
            <ac:spMk id="26" creationId="{00000000-0000-0000-0000-000000000000}"/>
          </ac:spMkLst>
        </pc:spChg>
        <pc:spChg chg="mod">
          <ac:chgData name="善原 敬子" userId="c91982cb-5ab9-4612-a46e-5e22cffe7d5d" providerId="ADAL" clId="{8C4BBCDF-9C11-4259-AD10-073E16689AD1}" dt="2025-09-17T08:24:54.261" v="239" actId="1076"/>
          <ac:spMkLst>
            <pc:docMk/>
            <pc:sldMk cId="1482119738" sldId="459"/>
            <ac:spMk id="28" creationId="{00000000-0000-0000-0000-000000000000}"/>
          </ac:spMkLst>
        </pc:spChg>
        <pc:spChg chg="del mod">
          <ac:chgData name="善原 敬子" userId="c91982cb-5ab9-4612-a46e-5e22cffe7d5d" providerId="ADAL" clId="{8C4BBCDF-9C11-4259-AD10-073E16689AD1}" dt="2025-09-17T08:03:12.367" v="25" actId="478"/>
          <ac:spMkLst>
            <pc:docMk/>
            <pc:sldMk cId="1482119738" sldId="459"/>
            <ac:spMk id="29" creationId="{00000000-0000-0000-0000-000000000000}"/>
          </ac:spMkLst>
        </pc:spChg>
        <pc:spChg chg="del">
          <ac:chgData name="善原 敬子" userId="c91982cb-5ab9-4612-a46e-5e22cffe7d5d" providerId="ADAL" clId="{8C4BBCDF-9C11-4259-AD10-073E16689AD1}" dt="2025-09-17T08:03:13.501" v="26" actId="478"/>
          <ac:spMkLst>
            <pc:docMk/>
            <pc:sldMk cId="1482119738" sldId="459"/>
            <ac:spMk id="30" creationId="{00000000-0000-0000-0000-000000000000}"/>
          </ac:spMkLst>
        </pc:spChg>
        <pc:picChg chg="mod">
          <ac:chgData name="善原 敬子" userId="c91982cb-5ab9-4612-a46e-5e22cffe7d5d" providerId="ADAL" clId="{8C4BBCDF-9C11-4259-AD10-073E16689AD1}" dt="2025-09-17T08:31:30.560" v="247" actId="1076"/>
          <ac:picMkLst>
            <pc:docMk/>
            <pc:sldMk cId="1482119738" sldId="459"/>
            <ac:picMk id="10" creationId="{00000000-0000-0000-0000-000000000000}"/>
          </ac:picMkLst>
        </pc:picChg>
        <pc:picChg chg="del">
          <ac:chgData name="善原 敬子" userId="c91982cb-5ab9-4612-a46e-5e22cffe7d5d" providerId="ADAL" clId="{8C4BBCDF-9C11-4259-AD10-073E16689AD1}" dt="2025-09-17T08:03:07.051" v="19" actId="478"/>
          <ac:picMkLst>
            <pc:docMk/>
            <pc:sldMk cId="1482119738" sldId="459"/>
            <ac:picMk id="13" creationId="{00000000-0000-0000-0000-000000000000}"/>
          </ac:picMkLst>
        </pc:picChg>
        <pc:picChg chg="add mod">
          <ac:chgData name="善原 敬子" userId="c91982cb-5ab9-4612-a46e-5e22cffe7d5d" providerId="ADAL" clId="{8C4BBCDF-9C11-4259-AD10-073E16689AD1}" dt="2025-09-17T08:26:30.679" v="243" actId="1076"/>
          <ac:picMkLst>
            <pc:docMk/>
            <pc:sldMk cId="1482119738" sldId="459"/>
            <ac:picMk id="1026" creationId="{ABC53653-57FB-52FB-7B00-2D092F7BF50A}"/>
          </ac:picMkLst>
        </pc:picChg>
        <pc:picChg chg="mod">
          <ac:chgData name="善原 敬子" userId="c91982cb-5ab9-4612-a46e-5e22cffe7d5d" providerId="ADAL" clId="{8C4BBCDF-9C11-4259-AD10-073E16689AD1}" dt="2025-09-17T08:32:13.714" v="263" actId="1076"/>
          <ac:picMkLst>
            <pc:docMk/>
            <pc:sldMk cId="1482119738" sldId="459"/>
            <ac:picMk id="2052" creationId="{00000000-0000-0000-0000-000000000000}"/>
          </ac:picMkLst>
        </pc:picChg>
        <pc:picChg chg="del">
          <ac:chgData name="善原 敬子" userId="c91982cb-5ab9-4612-a46e-5e22cffe7d5d" providerId="ADAL" clId="{8C4BBCDF-9C11-4259-AD10-073E16689AD1}" dt="2025-09-17T08:03:07.496" v="20" actId="478"/>
          <ac:picMkLst>
            <pc:docMk/>
            <pc:sldMk cId="1482119738" sldId="459"/>
            <ac:picMk id="2056" creationId="{00000000-0000-0000-0000-000000000000}"/>
          </ac:picMkLst>
        </pc:picChg>
        <pc:picChg chg="del">
          <ac:chgData name="善原 敬子" userId="c91982cb-5ab9-4612-a46e-5e22cffe7d5d" providerId="ADAL" clId="{8C4BBCDF-9C11-4259-AD10-073E16689AD1}" dt="2025-09-17T08:23:53.959" v="202" actId="478"/>
          <ac:picMkLst>
            <pc:docMk/>
            <pc:sldMk cId="1482119738" sldId="459"/>
            <ac:picMk id="2058" creationId="{00000000-0000-0000-0000-000000000000}"/>
          </ac:picMkLst>
        </pc:picChg>
        <pc:picChg chg="del">
          <ac:chgData name="善原 敬子" userId="c91982cb-5ab9-4612-a46e-5e22cffe7d5d" providerId="ADAL" clId="{8C4BBCDF-9C11-4259-AD10-073E16689AD1}" dt="2025-09-17T08:03:06.678" v="18" actId="478"/>
          <ac:picMkLst>
            <pc:docMk/>
            <pc:sldMk cId="1482119738" sldId="459"/>
            <ac:picMk id="2068" creationId="{00000000-0000-0000-0000-000000000000}"/>
          </ac:picMkLst>
        </pc:picChg>
        <pc:picChg chg="del">
          <ac:chgData name="善原 敬子" userId="c91982cb-5ab9-4612-a46e-5e22cffe7d5d" providerId="ADAL" clId="{8C4BBCDF-9C11-4259-AD10-073E16689AD1}" dt="2025-09-17T08:03:10.967" v="23" actId="478"/>
          <ac:picMkLst>
            <pc:docMk/>
            <pc:sldMk cId="1482119738" sldId="459"/>
            <ac:picMk id="2082" creationId="{00000000-0000-0000-0000-000000000000}"/>
          </ac:picMkLst>
        </pc:picChg>
      </pc:sldChg>
      <pc:sldChg chg="addSp delSp modSp mod">
        <pc:chgData name="善原 敬子" userId="c91982cb-5ab9-4612-a46e-5e22cffe7d5d" providerId="ADAL" clId="{8C4BBCDF-9C11-4259-AD10-073E16689AD1}" dt="2025-09-18T13:56:44.317" v="2711" actId="1076"/>
        <pc:sldMkLst>
          <pc:docMk/>
          <pc:sldMk cId="382127370" sldId="467"/>
        </pc:sldMkLst>
        <pc:spChg chg="add mod ord">
          <ac:chgData name="善原 敬子" userId="c91982cb-5ab9-4612-a46e-5e22cffe7d5d" providerId="ADAL" clId="{8C4BBCDF-9C11-4259-AD10-073E16689AD1}" dt="2025-09-18T13:30:04.716" v="2185" actId="1076"/>
          <ac:spMkLst>
            <pc:docMk/>
            <pc:sldMk cId="382127370" sldId="467"/>
            <ac:spMk id="2" creationId="{A2499742-BB5F-4214-72F2-F3A441AD5AA2}"/>
          </ac:spMkLst>
        </pc:spChg>
        <pc:spChg chg="del">
          <ac:chgData name="善原 敬子" userId="c91982cb-5ab9-4612-a46e-5e22cffe7d5d" providerId="ADAL" clId="{8C4BBCDF-9C11-4259-AD10-073E16689AD1}" dt="2025-09-17T11:51:39.618" v="1400" actId="478"/>
          <ac:spMkLst>
            <pc:docMk/>
            <pc:sldMk cId="382127370" sldId="467"/>
            <ac:spMk id="2" creationId="{A9CAB982-92C2-CFFE-0891-36DCD7E79E57}"/>
          </ac:spMkLst>
        </pc:spChg>
        <pc:spChg chg="del">
          <ac:chgData name="善原 敬子" userId="c91982cb-5ab9-4612-a46e-5e22cffe7d5d" providerId="ADAL" clId="{8C4BBCDF-9C11-4259-AD10-073E16689AD1}" dt="2025-09-17T11:51:25.076" v="1396" actId="478"/>
          <ac:spMkLst>
            <pc:docMk/>
            <pc:sldMk cId="382127370" sldId="467"/>
            <ac:spMk id="3" creationId="{51CAF269-AAD7-4250-929E-E4A68E833726}"/>
          </ac:spMkLst>
        </pc:spChg>
        <pc:spChg chg="add del mod">
          <ac:chgData name="善原 敬子" userId="c91982cb-5ab9-4612-a46e-5e22cffe7d5d" providerId="ADAL" clId="{8C4BBCDF-9C11-4259-AD10-073E16689AD1}" dt="2025-09-18T13:32:50.236" v="2352" actId="21"/>
          <ac:spMkLst>
            <pc:docMk/>
            <pc:sldMk cId="382127370" sldId="467"/>
            <ac:spMk id="3" creationId="{979C2F8C-629E-3CF0-BCA3-69D75F985235}"/>
          </ac:spMkLst>
        </pc:spChg>
        <pc:spChg chg="add mod">
          <ac:chgData name="善原 敬子" userId="c91982cb-5ab9-4612-a46e-5e22cffe7d5d" providerId="ADAL" clId="{8C4BBCDF-9C11-4259-AD10-073E16689AD1}" dt="2025-09-18T13:54:04.721" v="2542" actId="2711"/>
          <ac:spMkLst>
            <pc:docMk/>
            <pc:sldMk cId="382127370" sldId="467"/>
            <ac:spMk id="4" creationId="{8BB11578-07BA-41D6-5C07-7788A6834736}"/>
          </ac:spMkLst>
        </pc:spChg>
        <pc:spChg chg="del">
          <ac:chgData name="善原 敬子" userId="c91982cb-5ab9-4612-a46e-5e22cffe7d5d" providerId="ADAL" clId="{8C4BBCDF-9C11-4259-AD10-073E16689AD1}" dt="2025-09-17T11:51:39.618" v="1400" actId="478"/>
          <ac:spMkLst>
            <pc:docMk/>
            <pc:sldMk cId="382127370" sldId="467"/>
            <ac:spMk id="4" creationId="{A0CB72F8-1CA1-4ED2-AAC4-CB934F9C8C01}"/>
          </ac:spMkLst>
        </pc:spChg>
        <pc:spChg chg="add mod">
          <ac:chgData name="善原 敬子" userId="c91982cb-5ab9-4612-a46e-5e22cffe7d5d" providerId="ADAL" clId="{8C4BBCDF-9C11-4259-AD10-073E16689AD1}" dt="2025-09-18T13:29:31.571" v="2173" actId="20577"/>
          <ac:spMkLst>
            <pc:docMk/>
            <pc:sldMk cId="382127370" sldId="467"/>
            <ac:spMk id="5" creationId="{6B041BAE-CD0E-76AA-5A2D-35070F29FF20}"/>
          </ac:spMkLst>
        </pc:spChg>
        <pc:spChg chg="add mod ord">
          <ac:chgData name="善原 敬子" userId="c91982cb-5ab9-4612-a46e-5e22cffe7d5d" providerId="ADAL" clId="{8C4BBCDF-9C11-4259-AD10-073E16689AD1}" dt="2025-09-18T13:36:51.280" v="2453" actId="1076"/>
          <ac:spMkLst>
            <pc:docMk/>
            <pc:sldMk cId="382127370" sldId="467"/>
            <ac:spMk id="6" creationId="{D898177D-B7D8-1810-7582-359EA06B654C}"/>
          </ac:spMkLst>
        </pc:spChg>
        <pc:spChg chg="add mod">
          <ac:chgData name="善原 敬子" userId="c91982cb-5ab9-4612-a46e-5e22cffe7d5d" providerId="ADAL" clId="{8C4BBCDF-9C11-4259-AD10-073E16689AD1}" dt="2025-09-18T13:56:21.641" v="2710" actId="1076"/>
          <ac:spMkLst>
            <pc:docMk/>
            <pc:sldMk cId="382127370" sldId="467"/>
            <ac:spMk id="10" creationId="{08CE6F68-F543-5179-BECE-EED163B704B0}"/>
          </ac:spMkLst>
        </pc:spChg>
        <pc:spChg chg="del">
          <ac:chgData name="善原 敬子" userId="c91982cb-5ab9-4612-a46e-5e22cffe7d5d" providerId="ADAL" clId="{8C4BBCDF-9C11-4259-AD10-073E16689AD1}" dt="2025-09-17T11:51:39.618" v="1400" actId="478"/>
          <ac:spMkLst>
            <pc:docMk/>
            <pc:sldMk cId="382127370" sldId="467"/>
            <ac:spMk id="11" creationId="{7B210B60-D4CA-4188-AA79-DF9EC789CF59}"/>
          </ac:spMkLst>
        </pc:spChg>
        <pc:spChg chg="add mod">
          <ac:chgData name="善原 敬子" userId="c91982cb-5ab9-4612-a46e-5e22cffe7d5d" providerId="ADAL" clId="{8C4BBCDF-9C11-4259-AD10-073E16689AD1}" dt="2025-09-18T13:29:37.316" v="2174" actId="1076"/>
          <ac:spMkLst>
            <pc:docMk/>
            <pc:sldMk cId="382127370" sldId="467"/>
            <ac:spMk id="12" creationId="{1EE8EDC0-1F86-C819-5EDC-67664E65227A}"/>
          </ac:spMkLst>
        </pc:spChg>
        <pc:spChg chg="add mod">
          <ac:chgData name="善原 敬子" userId="c91982cb-5ab9-4612-a46e-5e22cffe7d5d" providerId="ADAL" clId="{8C4BBCDF-9C11-4259-AD10-073E16689AD1}" dt="2025-09-17T12:44:17.193" v="1760"/>
          <ac:spMkLst>
            <pc:docMk/>
            <pc:sldMk cId="382127370" sldId="467"/>
            <ac:spMk id="13" creationId="{8A74A519-4009-245E-1167-95C3077F23C4}"/>
          </ac:spMkLst>
        </pc:spChg>
        <pc:spChg chg="del">
          <ac:chgData name="善原 敬子" userId="c91982cb-5ab9-4612-a46e-5e22cffe7d5d" providerId="ADAL" clId="{8C4BBCDF-9C11-4259-AD10-073E16689AD1}" dt="2025-09-17T11:51:39.618" v="1400" actId="478"/>
          <ac:spMkLst>
            <pc:docMk/>
            <pc:sldMk cId="382127370" sldId="467"/>
            <ac:spMk id="14" creationId="{298540A6-0C4A-423F-8861-8B137EEE571C}"/>
          </ac:spMkLst>
        </pc:spChg>
        <pc:spChg chg="del">
          <ac:chgData name="善原 敬子" userId="c91982cb-5ab9-4612-a46e-5e22cffe7d5d" providerId="ADAL" clId="{8C4BBCDF-9C11-4259-AD10-073E16689AD1}" dt="2025-09-17T11:51:39.618" v="1400" actId="478"/>
          <ac:spMkLst>
            <pc:docMk/>
            <pc:sldMk cId="382127370" sldId="467"/>
            <ac:spMk id="15" creationId="{571CE394-B4B8-4047-85F2-4E731E48229A}"/>
          </ac:spMkLst>
        </pc:spChg>
        <pc:spChg chg="del">
          <ac:chgData name="善原 敬子" userId="c91982cb-5ab9-4612-a46e-5e22cffe7d5d" providerId="ADAL" clId="{8C4BBCDF-9C11-4259-AD10-073E16689AD1}" dt="2025-09-17T11:51:39.618" v="1400" actId="478"/>
          <ac:spMkLst>
            <pc:docMk/>
            <pc:sldMk cId="382127370" sldId="467"/>
            <ac:spMk id="16" creationId="{00000000-0000-0000-0000-000000000000}"/>
          </ac:spMkLst>
        </pc:spChg>
        <pc:spChg chg="del">
          <ac:chgData name="善原 敬子" userId="c91982cb-5ab9-4612-a46e-5e22cffe7d5d" providerId="ADAL" clId="{8C4BBCDF-9C11-4259-AD10-073E16689AD1}" dt="2025-09-17T11:51:39.618" v="1400" actId="478"/>
          <ac:spMkLst>
            <pc:docMk/>
            <pc:sldMk cId="382127370" sldId="467"/>
            <ac:spMk id="17" creationId="{11F73879-F96A-4FB4-9361-BC9DCA3CDF57}"/>
          </ac:spMkLst>
        </pc:spChg>
        <pc:spChg chg="del">
          <ac:chgData name="善原 敬子" userId="c91982cb-5ab9-4612-a46e-5e22cffe7d5d" providerId="ADAL" clId="{8C4BBCDF-9C11-4259-AD10-073E16689AD1}" dt="2025-09-17T11:51:39.618" v="1400" actId="478"/>
          <ac:spMkLst>
            <pc:docMk/>
            <pc:sldMk cId="382127370" sldId="467"/>
            <ac:spMk id="18" creationId="{D7FAD823-EBF0-4F9A-AE58-6CED5A7F4F69}"/>
          </ac:spMkLst>
        </pc:spChg>
        <pc:spChg chg="del">
          <ac:chgData name="善原 敬子" userId="c91982cb-5ab9-4612-a46e-5e22cffe7d5d" providerId="ADAL" clId="{8C4BBCDF-9C11-4259-AD10-073E16689AD1}" dt="2025-09-17T11:51:39.618" v="1400" actId="478"/>
          <ac:spMkLst>
            <pc:docMk/>
            <pc:sldMk cId="382127370" sldId="467"/>
            <ac:spMk id="19" creationId="{FA6C9D18-36C2-41C0-90E0-96CAE272521A}"/>
          </ac:spMkLst>
        </pc:spChg>
        <pc:spChg chg="del">
          <ac:chgData name="善原 敬子" userId="c91982cb-5ab9-4612-a46e-5e22cffe7d5d" providerId="ADAL" clId="{8C4BBCDF-9C11-4259-AD10-073E16689AD1}" dt="2025-09-17T11:51:39.618" v="1400" actId="478"/>
          <ac:spMkLst>
            <pc:docMk/>
            <pc:sldMk cId="382127370" sldId="467"/>
            <ac:spMk id="20" creationId="{5A90EEA6-63D5-4F40-8431-B83727FADA7A}"/>
          </ac:spMkLst>
        </pc:spChg>
        <pc:spChg chg="add del mod">
          <ac:chgData name="善原 敬子" userId="c91982cb-5ab9-4612-a46e-5e22cffe7d5d" providerId="ADAL" clId="{8C4BBCDF-9C11-4259-AD10-073E16689AD1}" dt="2025-09-18T13:38:05.324" v="2462"/>
          <ac:spMkLst>
            <pc:docMk/>
            <pc:sldMk cId="382127370" sldId="467"/>
            <ac:spMk id="28" creationId="{6A10E29D-D9AD-C90B-B5AE-8A3AFB419157}"/>
          </ac:spMkLst>
        </pc:spChg>
        <pc:spChg chg="add mod">
          <ac:chgData name="善原 敬子" userId="c91982cb-5ab9-4612-a46e-5e22cffe7d5d" providerId="ADAL" clId="{8C4BBCDF-9C11-4259-AD10-073E16689AD1}" dt="2025-09-18T13:56:44.317" v="2711" actId="1076"/>
          <ac:spMkLst>
            <pc:docMk/>
            <pc:sldMk cId="382127370" sldId="467"/>
            <ac:spMk id="29" creationId="{2B8737EA-6336-266D-F3B8-98F0020FCD4E}"/>
          </ac:spMkLst>
        </pc:spChg>
        <pc:picChg chg="add del mod">
          <ac:chgData name="善原 敬子" userId="c91982cb-5ab9-4612-a46e-5e22cffe7d5d" providerId="ADAL" clId="{8C4BBCDF-9C11-4259-AD10-073E16689AD1}" dt="2025-09-17T12:36:16.107" v="1654" actId="478"/>
          <ac:picMkLst>
            <pc:docMk/>
            <pc:sldMk cId="382127370" sldId="467"/>
            <ac:picMk id="7" creationId="{DA994ED5-CD05-5CF7-C353-ECCF799E9F82}"/>
          </ac:picMkLst>
        </pc:picChg>
        <pc:picChg chg="add mod">
          <ac:chgData name="善原 敬子" userId="c91982cb-5ab9-4612-a46e-5e22cffe7d5d" providerId="ADAL" clId="{8C4BBCDF-9C11-4259-AD10-073E16689AD1}" dt="2025-09-18T13:34:31.540" v="2361" actId="1076"/>
          <ac:picMkLst>
            <pc:docMk/>
            <pc:sldMk cId="382127370" sldId="467"/>
            <ac:picMk id="9" creationId="{A6A63A20-9E5B-A466-D928-280CC1A51A43}"/>
          </ac:picMkLst>
        </pc:picChg>
        <pc:picChg chg="add mod">
          <ac:chgData name="善原 敬子" userId="c91982cb-5ab9-4612-a46e-5e22cffe7d5d" providerId="ADAL" clId="{8C4BBCDF-9C11-4259-AD10-073E16689AD1}" dt="2025-09-18T13:36:47.557" v="2451" actId="1076"/>
          <ac:picMkLst>
            <pc:docMk/>
            <pc:sldMk cId="382127370" sldId="467"/>
            <ac:picMk id="24" creationId="{2BF59C94-E0BE-3ED5-6876-984B7C1EB54A}"/>
          </ac:picMkLst>
        </pc:picChg>
        <pc:picChg chg="add mod">
          <ac:chgData name="善原 敬子" userId="c91982cb-5ab9-4612-a46e-5e22cffe7d5d" providerId="ADAL" clId="{8C4BBCDF-9C11-4259-AD10-073E16689AD1}" dt="2025-09-18T13:36:56.902" v="2454" actId="1076"/>
          <ac:picMkLst>
            <pc:docMk/>
            <pc:sldMk cId="382127370" sldId="467"/>
            <ac:picMk id="26" creationId="{C7FA050F-1BAC-08B4-ECF8-E494DECC6C01}"/>
          </ac:picMkLst>
        </pc:picChg>
        <pc:cxnChg chg="add mod">
          <ac:chgData name="善原 敬子" userId="c91982cb-5ab9-4612-a46e-5e22cffe7d5d" providerId="ADAL" clId="{8C4BBCDF-9C11-4259-AD10-073E16689AD1}" dt="2025-09-18T13:36:56.902" v="2454" actId="1076"/>
          <ac:cxnSpMkLst>
            <pc:docMk/>
            <pc:sldMk cId="382127370" sldId="467"/>
            <ac:cxnSpMk id="8" creationId="{5A981DB9-A852-3FF0-4CC5-A4140ADE8C85}"/>
          </ac:cxnSpMkLst>
        </pc:cxnChg>
        <pc:cxnChg chg="add mod">
          <ac:chgData name="善原 敬子" userId="c91982cb-5ab9-4612-a46e-5e22cffe7d5d" providerId="ADAL" clId="{8C4BBCDF-9C11-4259-AD10-073E16689AD1}" dt="2025-09-18T13:36:47.557" v="2451" actId="1076"/>
          <ac:cxnSpMkLst>
            <pc:docMk/>
            <pc:sldMk cId="382127370" sldId="467"/>
            <ac:cxnSpMk id="11" creationId="{2A2F948D-048F-B703-83F5-7A41A449C2F1}"/>
          </ac:cxnSpMkLst>
        </pc:cxnChg>
      </pc:sldChg>
      <pc:sldChg chg="addSp modSp mod">
        <pc:chgData name="善原 敬子" userId="c91982cb-5ab9-4612-a46e-5e22cffe7d5d" providerId="ADAL" clId="{8C4BBCDF-9C11-4259-AD10-073E16689AD1}" dt="2025-09-18T13:51:25.481" v="2522" actId="2711"/>
        <pc:sldMkLst>
          <pc:docMk/>
          <pc:sldMk cId="2916142164" sldId="469"/>
        </pc:sldMkLst>
        <pc:spChg chg="mod">
          <ac:chgData name="善原 敬子" userId="c91982cb-5ab9-4612-a46e-5e22cffe7d5d" providerId="ADAL" clId="{8C4BBCDF-9C11-4259-AD10-073E16689AD1}" dt="2025-09-18T13:50:55.959" v="2516" actId="20577"/>
          <ac:spMkLst>
            <pc:docMk/>
            <pc:sldMk cId="2916142164" sldId="469"/>
            <ac:spMk id="4" creationId="{00000000-0000-0000-0000-000000000000}"/>
          </ac:spMkLst>
        </pc:spChg>
        <pc:spChg chg="mod">
          <ac:chgData name="善原 敬子" userId="c91982cb-5ab9-4612-a46e-5e22cffe7d5d" providerId="ADAL" clId="{8C4BBCDF-9C11-4259-AD10-073E16689AD1}" dt="2025-09-17T08:05:03.558" v="37" actId="1076"/>
          <ac:spMkLst>
            <pc:docMk/>
            <pc:sldMk cId="2916142164" sldId="469"/>
            <ac:spMk id="9" creationId="{00000000-0000-0000-0000-000000000000}"/>
          </ac:spMkLst>
        </pc:spChg>
        <pc:spChg chg="mod">
          <ac:chgData name="善原 敬子" userId="c91982cb-5ab9-4612-a46e-5e22cffe7d5d" providerId="ADAL" clId="{8C4BBCDF-9C11-4259-AD10-073E16689AD1}" dt="2025-09-18T13:51:25.481" v="2522" actId="2711"/>
          <ac:spMkLst>
            <pc:docMk/>
            <pc:sldMk cId="2916142164" sldId="469"/>
            <ac:spMk id="11" creationId="{00000000-0000-0000-0000-000000000000}"/>
          </ac:spMkLst>
        </pc:spChg>
        <pc:spChg chg="mod">
          <ac:chgData name="善原 敬子" userId="c91982cb-5ab9-4612-a46e-5e22cffe7d5d" providerId="ADAL" clId="{8C4BBCDF-9C11-4259-AD10-073E16689AD1}" dt="2025-09-18T13:51:23.177" v="2521" actId="2711"/>
          <ac:spMkLst>
            <pc:docMk/>
            <pc:sldMk cId="2916142164" sldId="469"/>
            <ac:spMk id="12" creationId="{00000000-0000-0000-0000-000000000000}"/>
          </ac:spMkLst>
        </pc:spChg>
        <pc:spChg chg="mod">
          <ac:chgData name="善原 敬子" userId="c91982cb-5ab9-4612-a46e-5e22cffe7d5d" providerId="ADAL" clId="{8C4BBCDF-9C11-4259-AD10-073E16689AD1}" dt="2025-09-17T08:02:25.573" v="14" actId="208"/>
          <ac:spMkLst>
            <pc:docMk/>
            <pc:sldMk cId="2916142164" sldId="469"/>
            <ac:spMk id="13" creationId="{51CAF269-AAD7-4250-929E-E4A68E833726}"/>
          </ac:spMkLst>
        </pc:spChg>
        <pc:picChg chg="add mod">
          <ac:chgData name="善原 敬子" userId="c91982cb-5ab9-4612-a46e-5e22cffe7d5d" providerId="ADAL" clId="{8C4BBCDF-9C11-4259-AD10-073E16689AD1}" dt="2025-09-18T13:50:58.942" v="2517" actId="1076"/>
          <ac:picMkLst>
            <pc:docMk/>
            <pc:sldMk cId="2916142164" sldId="469"/>
            <ac:picMk id="14" creationId="{27524A3F-1234-97CC-5DCE-D39085D7498A}"/>
          </ac:picMkLst>
        </pc:picChg>
      </pc:sldChg>
      <pc:sldChg chg="modSp mod">
        <pc:chgData name="善原 敬子" userId="c91982cb-5ab9-4612-a46e-5e22cffe7d5d" providerId="ADAL" clId="{8C4BBCDF-9C11-4259-AD10-073E16689AD1}" dt="2025-09-18T13:50:22.870" v="2509" actId="2711"/>
        <pc:sldMkLst>
          <pc:docMk/>
          <pc:sldMk cId="1415306627" sldId="470"/>
        </pc:sldMkLst>
        <pc:spChg chg="mod">
          <ac:chgData name="善原 敬子" userId="c91982cb-5ab9-4612-a46e-5e22cffe7d5d" providerId="ADAL" clId="{8C4BBCDF-9C11-4259-AD10-073E16689AD1}" dt="2025-09-18T13:50:22.870" v="2509" actId="2711"/>
          <ac:spMkLst>
            <pc:docMk/>
            <pc:sldMk cId="1415306627" sldId="470"/>
            <ac:spMk id="4" creationId="{00000000-0000-0000-0000-000000000000}"/>
          </ac:spMkLst>
        </pc:spChg>
        <pc:spChg chg="mod">
          <ac:chgData name="善原 敬子" userId="c91982cb-5ab9-4612-a46e-5e22cffe7d5d" providerId="ADAL" clId="{8C4BBCDF-9C11-4259-AD10-073E16689AD1}" dt="2025-09-17T09:32:35.748" v="1253" actId="1076"/>
          <ac:spMkLst>
            <pc:docMk/>
            <pc:sldMk cId="1415306627" sldId="470"/>
            <ac:spMk id="7" creationId="{00000000-0000-0000-0000-000000000000}"/>
          </ac:spMkLst>
        </pc:spChg>
      </pc:sldChg>
      <pc:sldChg chg="addSp modSp mod">
        <pc:chgData name="善原 敬子" userId="c91982cb-5ab9-4612-a46e-5e22cffe7d5d" providerId="ADAL" clId="{8C4BBCDF-9C11-4259-AD10-073E16689AD1}" dt="2025-09-18T13:53:53.636" v="2541" actId="20577"/>
        <pc:sldMkLst>
          <pc:docMk/>
          <pc:sldMk cId="3441763592" sldId="471"/>
        </pc:sldMkLst>
        <pc:spChg chg="add mod ord">
          <ac:chgData name="善原 敬子" userId="c91982cb-5ab9-4612-a46e-5e22cffe7d5d" providerId="ADAL" clId="{8C4BBCDF-9C11-4259-AD10-073E16689AD1}" dt="2025-09-18T13:26:17.672" v="2048" actId="14100"/>
          <ac:spMkLst>
            <pc:docMk/>
            <pc:sldMk cId="3441763592" sldId="471"/>
            <ac:spMk id="2" creationId="{DABA1F4F-FB46-ABAE-4B19-C7BDD8CF166C}"/>
          </ac:spMkLst>
        </pc:spChg>
        <pc:spChg chg="mod">
          <ac:chgData name="善原 敬子" userId="c91982cb-5ab9-4612-a46e-5e22cffe7d5d" providerId="ADAL" clId="{8C4BBCDF-9C11-4259-AD10-073E16689AD1}" dt="2025-09-18T13:25:39.063" v="2044" actId="1076"/>
          <ac:spMkLst>
            <pc:docMk/>
            <pc:sldMk cId="3441763592" sldId="471"/>
            <ac:spMk id="4" creationId="{00000000-0000-0000-0000-000000000000}"/>
          </ac:spMkLst>
        </pc:spChg>
        <pc:spChg chg="mod">
          <ac:chgData name="善原 敬子" userId="c91982cb-5ab9-4612-a46e-5e22cffe7d5d" providerId="ADAL" clId="{8C4BBCDF-9C11-4259-AD10-073E16689AD1}" dt="2025-09-18T13:51:44.644" v="2523" actId="2711"/>
          <ac:spMkLst>
            <pc:docMk/>
            <pc:sldMk cId="3441763592" sldId="471"/>
            <ac:spMk id="5" creationId="{00000000-0000-0000-0000-000000000000}"/>
          </ac:spMkLst>
        </pc:spChg>
        <pc:spChg chg="add mod ord">
          <ac:chgData name="善原 敬子" userId="c91982cb-5ab9-4612-a46e-5e22cffe7d5d" providerId="ADAL" clId="{8C4BBCDF-9C11-4259-AD10-073E16689AD1}" dt="2025-09-18T13:26:00.719" v="2046" actId="1076"/>
          <ac:spMkLst>
            <pc:docMk/>
            <pc:sldMk cId="3441763592" sldId="471"/>
            <ac:spMk id="6" creationId="{3B67895E-48C2-6CAA-665B-98D611B80BD6}"/>
          </ac:spMkLst>
        </pc:spChg>
        <pc:spChg chg="mod">
          <ac:chgData name="善原 敬子" userId="c91982cb-5ab9-4612-a46e-5e22cffe7d5d" providerId="ADAL" clId="{8C4BBCDF-9C11-4259-AD10-073E16689AD1}" dt="2025-09-18T13:49:48.278" v="2504" actId="20577"/>
          <ac:spMkLst>
            <pc:docMk/>
            <pc:sldMk cId="3441763592" sldId="471"/>
            <ac:spMk id="8" creationId="{00000000-0000-0000-0000-000000000000}"/>
          </ac:spMkLst>
        </pc:spChg>
        <pc:spChg chg="mod">
          <ac:chgData name="善原 敬子" userId="c91982cb-5ab9-4612-a46e-5e22cffe7d5d" providerId="ADAL" clId="{8C4BBCDF-9C11-4259-AD10-073E16689AD1}" dt="2025-09-18T13:53:53.636" v="2541" actId="20577"/>
          <ac:spMkLst>
            <pc:docMk/>
            <pc:sldMk cId="3441763592" sldId="471"/>
            <ac:spMk id="10" creationId="{00000000-0000-0000-0000-000000000000}"/>
          </ac:spMkLst>
        </pc:spChg>
        <pc:spChg chg="ord">
          <ac:chgData name="善原 敬子" userId="c91982cb-5ab9-4612-a46e-5e22cffe7d5d" providerId="ADAL" clId="{8C4BBCDF-9C11-4259-AD10-073E16689AD1}" dt="2025-09-18T13:25:17.928" v="2037" actId="167"/>
          <ac:spMkLst>
            <pc:docMk/>
            <pc:sldMk cId="3441763592" sldId="471"/>
            <ac:spMk id="11" creationId="{00000000-0000-0000-0000-000000000000}"/>
          </ac:spMkLst>
        </pc:spChg>
        <pc:spChg chg="mod">
          <ac:chgData name="善原 敬子" userId="c91982cb-5ab9-4612-a46e-5e22cffe7d5d" providerId="ADAL" clId="{8C4BBCDF-9C11-4259-AD10-073E16689AD1}" dt="2025-09-17T09:40:33.988" v="1325" actId="1076"/>
          <ac:spMkLst>
            <pc:docMk/>
            <pc:sldMk cId="3441763592" sldId="471"/>
            <ac:spMk id="17" creationId="{00000000-0000-0000-0000-000000000000}"/>
          </ac:spMkLst>
        </pc:spChg>
        <pc:picChg chg="add mod">
          <ac:chgData name="善原 敬子" userId="c91982cb-5ab9-4612-a46e-5e22cffe7d5d" providerId="ADAL" clId="{8C4BBCDF-9C11-4259-AD10-073E16689AD1}" dt="2025-09-18T13:50:05.236" v="2507" actId="1076"/>
          <ac:picMkLst>
            <pc:docMk/>
            <pc:sldMk cId="3441763592" sldId="471"/>
            <ac:picMk id="3" creationId="{7F30969D-53A8-EB32-8E81-D016232B2903}"/>
          </ac:picMkLst>
        </pc:picChg>
        <pc:picChg chg="mod">
          <ac:chgData name="善原 敬子" userId="c91982cb-5ab9-4612-a46e-5e22cffe7d5d" providerId="ADAL" clId="{8C4BBCDF-9C11-4259-AD10-073E16689AD1}" dt="2025-09-18T13:26:26.176" v="2049" actId="1076"/>
          <ac:picMkLst>
            <pc:docMk/>
            <pc:sldMk cId="3441763592" sldId="471"/>
            <ac:picMk id="7" creationId="{00000000-0000-0000-0000-000000000000}"/>
          </ac:picMkLst>
        </pc:picChg>
        <pc:picChg chg="add mod">
          <ac:chgData name="善原 敬子" userId="c91982cb-5ab9-4612-a46e-5e22cffe7d5d" providerId="ADAL" clId="{8C4BBCDF-9C11-4259-AD10-073E16689AD1}" dt="2025-09-18T13:51:56.561" v="2528" actId="1076"/>
          <ac:picMkLst>
            <pc:docMk/>
            <pc:sldMk cId="3441763592" sldId="471"/>
            <ac:picMk id="9" creationId="{B388F821-4987-D90F-3CE3-96E95DBE47DF}"/>
          </ac:picMkLst>
        </pc:picChg>
        <pc:picChg chg="add mod">
          <ac:chgData name="善原 敬子" userId="c91982cb-5ab9-4612-a46e-5e22cffe7d5d" providerId="ADAL" clId="{8C4BBCDF-9C11-4259-AD10-073E16689AD1}" dt="2025-09-18T13:53:41.306" v="2529" actId="1076"/>
          <ac:picMkLst>
            <pc:docMk/>
            <pc:sldMk cId="3441763592" sldId="471"/>
            <ac:picMk id="1026" creationId="{2325A2C2-7E29-1B5E-DE9E-92EA0975B3A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C0DA979-BC5F-43C9-8EDC-1B535542EC59}" type="datetimeFigureOut">
              <a:rPr kumimoji="1" lang="ja-JP" altLang="en-US" smtClean="0"/>
              <a:t>2026/1/14</a:t>
            </a:fld>
            <a:endParaRPr kumimoji="1" lang="ja-JP" altLang="en-US"/>
          </a:p>
        </p:txBody>
      </p:sp>
      <p:sp>
        <p:nvSpPr>
          <p:cNvPr id="4" name="スライド イメージ プレースホルダー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B43CF2E-423E-4AD2-AF81-37E45535EAFB}" type="slidenum">
              <a:rPr kumimoji="1" lang="ja-JP" altLang="en-US" smtClean="0"/>
              <a:t>‹#›</a:t>
            </a:fld>
            <a:endParaRPr kumimoji="1" lang="ja-JP" altLang="en-US"/>
          </a:p>
        </p:txBody>
      </p:sp>
    </p:spTree>
    <p:extLst>
      <p:ext uri="{BB962C8B-B14F-4D97-AF65-F5344CB8AC3E}">
        <p14:creationId xmlns:p14="http://schemas.microsoft.com/office/powerpoint/2010/main" val="280071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1B43CF2E-423E-4AD2-AF81-37E45535EAFB}" type="slidenum">
              <a:rPr kumimoji="1" lang="ja-JP" altLang="en-US" smtClean="0"/>
              <a:t>1</a:t>
            </a:fld>
            <a:endParaRPr kumimoji="1" lang="ja-JP" altLang="en-US"/>
          </a:p>
        </p:txBody>
      </p:sp>
    </p:spTree>
    <p:extLst>
      <p:ext uri="{BB962C8B-B14F-4D97-AF65-F5344CB8AC3E}">
        <p14:creationId xmlns:p14="http://schemas.microsoft.com/office/powerpoint/2010/main" val="314688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1B43CF2E-423E-4AD2-AF81-37E45535EAFB}" type="slidenum">
              <a:rPr kumimoji="1" lang="ja-JP" altLang="en-US" smtClean="0"/>
              <a:t>2</a:t>
            </a:fld>
            <a:endParaRPr kumimoji="1" lang="ja-JP" altLang="en-US"/>
          </a:p>
        </p:txBody>
      </p:sp>
    </p:spTree>
    <p:extLst>
      <p:ext uri="{BB962C8B-B14F-4D97-AF65-F5344CB8AC3E}">
        <p14:creationId xmlns:p14="http://schemas.microsoft.com/office/powerpoint/2010/main" val="11646979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1B43CF2E-423E-4AD2-AF81-37E45535EAFB}" type="slidenum">
              <a:rPr kumimoji="1" lang="ja-JP" altLang="en-US" smtClean="0"/>
              <a:t>3</a:t>
            </a:fld>
            <a:endParaRPr kumimoji="1" lang="ja-JP" altLang="en-US"/>
          </a:p>
        </p:txBody>
      </p:sp>
    </p:spTree>
    <p:extLst>
      <p:ext uri="{BB962C8B-B14F-4D97-AF65-F5344CB8AC3E}">
        <p14:creationId xmlns:p14="http://schemas.microsoft.com/office/powerpoint/2010/main" val="29281812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1B43CF2E-423E-4AD2-AF81-37E45535EAFB}" type="slidenum">
              <a:rPr kumimoji="1" lang="ja-JP" altLang="en-US" smtClean="0"/>
              <a:t>4</a:t>
            </a:fld>
            <a:endParaRPr kumimoji="1" lang="ja-JP" altLang="en-US"/>
          </a:p>
        </p:txBody>
      </p:sp>
    </p:spTree>
    <p:extLst>
      <p:ext uri="{BB962C8B-B14F-4D97-AF65-F5344CB8AC3E}">
        <p14:creationId xmlns:p14="http://schemas.microsoft.com/office/powerpoint/2010/main" val="28607683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A7B45-ED23-4A5F-1C48-DB5D5FDA2C8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C8DFD42-ACB5-C7C6-CD49-2EC32D557829}"/>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349FEBF0-7744-565A-6751-23143CA20BC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C344B7D-589A-64C7-BAF7-EBC7ED06817F}"/>
              </a:ext>
            </a:extLst>
          </p:cNvPr>
          <p:cNvSpPr>
            <a:spLocks noGrp="1"/>
          </p:cNvSpPr>
          <p:nvPr>
            <p:ph type="sldNum" sz="quarter" idx="10"/>
          </p:nvPr>
        </p:nvSpPr>
        <p:spPr/>
        <p:txBody>
          <a:bodyPr/>
          <a:lstStyle/>
          <a:p>
            <a:fld id="{1B43CF2E-423E-4AD2-AF81-37E45535EAFB}" type="slidenum">
              <a:rPr kumimoji="1" lang="ja-JP" altLang="en-US" smtClean="0"/>
              <a:t>5</a:t>
            </a:fld>
            <a:endParaRPr kumimoji="1" lang="ja-JP" altLang="en-US"/>
          </a:p>
        </p:txBody>
      </p:sp>
    </p:spTree>
    <p:extLst>
      <p:ext uri="{BB962C8B-B14F-4D97-AF65-F5344CB8AC3E}">
        <p14:creationId xmlns:p14="http://schemas.microsoft.com/office/powerpoint/2010/main" val="8047420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9D24C-00A5-7114-948F-F8110606A22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3D92399-4818-49D3-7761-4CF6F2FE5F1D}"/>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88CCCF47-6D91-1FC0-AFB0-B7DC53C9A96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752FA31-8AD0-E4E8-B846-76489509598C}"/>
              </a:ext>
            </a:extLst>
          </p:cNvPr>
          <p:cNvSpPr>
            <a:spLocks noGrp="1"/>
          </p:cNvSpPr>
          <p:nvPr>
            <p:ph type="sldNum" sz="quarter" idx="10"/>
          </p:nvPr>
        </p:nvSpPr>
        <p:spPr/>
        <p:txBody>
          <a:bodyPr/>
          <a:lstStyle/>
          <a:p>
            <a:fld id="{1B43CF2E-423E-4AD2-AF81-37E45535EAFB}" type="slidenum">
              <a:rPr kumimoji="1" lang="ja-JP" altLang="en-US" smtClean="0"/>
              <a:t>6</a:t>
            </a:fld>
            <a:endParaRPr kumimoji="1" lang="ja-JP" altLang="en-US"/>
          </a:p>
        </p:txBody>
      </p:sp>
    </p:spTree>
    <p:extLst>
      <p:ext uri="{BB962C8B-B14F-4D97-AF65-F5344CB8AC3E}">
        <p14:creationId xmlns:p14="http://schemas.microsoft.com/office/powerpoint/2010/main" val="21928980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9D24C-00A5-7114-948F-F8110606A22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3D92399-4818-49D3-7761-4CF6F2FE5F1D}"/>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88CCCF47-6D91-1FC0-AFB0-B7DC53C9A96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752FA31-8AD0-E4E8-B846-76489509598C}"/>
              </a:ext>
            </a:extLst>
          </p:cNvPr>
          <p:cNvSpPr>
            <a:spLocks noGrp="1"/>
          </p:cNvSpPr>
          <p:nvPr>
            <p:ph type="sldNum" sz="quarter" idx="10"/>
          </p:nvPr>
        </p:nvSpPr>
        <p:spPr/>
        <p:txBody>
          <a:bodyPr/>
          <a:lstStyle/>
          <a:p>
            <a:fld id="{1B43CF2E-423E-4AD2-AF81-37E45535EAFB}" type="slidenum">
              <a:rPr kumimoji="1" lang="ja-JP" altLang="en-US" smtClean="0"/>
              <a:t>7</a:t>
            </a:fld>
            <a:endParaRPr kumimoji="1" lang="ja-JP" altLang="en-US"/>
          </a:p>
        </p:txBody>
      </p:sp>
    </p:spTree>
    <p:extLst>
      <p:ext uri="{BB962C8B-B14F-4D97-AF65-F5344CB8AC3E}">
        <p14:creationId xmlns:p14="http://schemas.microsoft.com/office/powerpoint/2010/main" val="21220550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A7B45-ED23-4A5F-1C48-DB5D5FDA2C8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C8DFD42-ACB5-C7C6-CD49-2EC32D557829}"/>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349FEBF0-7744-565A-6751-23143CA20BC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C344B7D-589A-64C7-BAF7-EBC7ED06817F}"/>
              </a:ext>
            </a:extLst>
          </p:cNvPr>
          <p:cNvSpPr>
            <a:spLocks noGrp="1"/>
          </p:cNvSpPr>
          <p:nvPr>
            <p:ph type="sldNum" sz="quarter" idx="10"/>
          </p:nvPr>
        </p:nvSpPr>
        <p:spPr/>
        <p:txBody>
          <a:bodyPr/>
          <a:lstStyle/>
          <a:p>
            <a:fld id="{1B43CF2E-423E-4AD2-AF81-37E45535EAFB}" type="slidenum">
              <a:rPr kumimoji="1" lang="ja-JP" altLang="en-US" smtClean="0"/>
              <a:t>8</a:t>
            </a:fld>
            <a:endParaRPr kumimoji="1" lang="ja-JP" altLang="en-US"/>
          </a:p>
        </p:txBody>
      </p:sp>
    </p:spTree>
    <p:extLst>
      <p:ext uri="{BB962C8B-B14F-4D97-AF65-F5344CB8AC3E}">
        <p14:creationId xmlns:p14="http://schemas.microsoft.com/office/powerpoint/2010/main" val="3861379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9D24C-00A5-7114-948F-F8110606A22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3D92399-4818-49D3-7761-4CF6F2FE5F1D}"/>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88CCCF47-6D91-1FC0-AFB0-B7DC53C9A96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752FA31-8AD0-E4E8-B846-76489509598C}"/>
              </a:ext>
            </a:extLst>
          </p:cNvPr>
          <p:cNvSpPr>
            <a:spLocks noGrp="1"/>
          </p:cNvSpPr>
          <p:nvPr>
            <p:ph type="sldNum" sz="quarter" idx="10"/>
          </p:nvPr>
        </p:nvSpPr>
        <p:spPr/>
        <p:txBody>
          <a:bodyPr/>
          <a:lstStyle/>
          <a:p>
            <a:fld id="{1B43CF2E-423E-4AD2-AF81-37E45535EAFB}" type="slidenum">
              <a:rPr kumimoji="1" lang="ja-JP" altLang="en-US" smtClean="0"/>
              <a:t>9</a:t>
            </a:fld>
            <a:endParaRPr kumimoji="1" lang="ja-JP" altLang="en-US"/>
          </a:p>
        </p:txBody>
      </p:sp>
    </p:spTree>
    <p:extLst>
      <p:ext uri="{BB962C8B-B14F-4D97-AF65-F5344CB8AC3E}">
        <p14:creationId xmlns:p14="http://schemas.microsoft.com/office/powerpoint/2010/main" val="16337975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9D24C-00A5-7114-948F-F8110606A22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3D92399-4818-49D3-7761-4CF6F2FE5F1D}"/>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88CCCF47-6D91-1FC0-AFB0-B7DC53C9A96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752FA31-8AD0-E4E8-B846-76489509598C}"/>
              </a:ext>
            </a:extLst>
          </p:cNvPr>
          <p:cNvSpPr>
            <a:spLocks noGrp="1"/>
          </p:cNvSpPr>
          <p:nvPr>
            <p:ph type="sldNum" sz="quarter" idx="10"/>
          </p:nvPr>
        </p:nvSpPr>
        <p:spPr/>
        <p:txBody>
          <a:bodyPr/>
          <a:lstStyle/>
          <a:p>
            <a:fld id="{1B43CF2E-423E-4AD2-AF81-37E45535EAFB}" type="slidenum">
              <a:rPr kumimoji="1" lang="ja-JP" altLang="en-US" smtClean="0"/>
              <a:t>10</a:t>
            </a:fld>
            <a:endParaRPr kumimoji="1" lang="ja-JP" altLang="en-US"/>
          </a:p>
        </p:txBody>
      </p:sp>
    </p:spTree>
    <p:extLst>
      <p:ext uri="{BB962C8B-B14F-4D97-AF65-F5344CB8AC3E}">
        <p14:creationId xmlns:p14="http://schemas.microsoft.com/office/powerpoint/2010/main" val="6631962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A7B45-ED23-4A5F-1C48-DB5D5FDA2C8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C8DFD42-ACB5-C7C6-CD49-2EC32D557829}"/>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349FEBF0-7744-565A-6751-23143CA20BC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C344B7D-589A-64C7-BAF7-EBC7ED06817F}"/>
              </a:ext>
            </a:extLst>
          </p:cNvPr>
          <p:cNvSpPr>
            <a:spLocks noGrp="1"/>
          </p:cNvSpPr>
          <p:nvPr>
            <p:ph type="sldNum" sz="quarter" idx="10"/>
          </p:nvPr>
        </p:nvSpPr>
        <p:spPr/>
        <p:txBody>
          <a:bodyPr/>
          <a:lstStyle/>
          <a:p>
            <a:fld id="{1B43CF2E-423E-4AD2-AF81-37E45535EAFB}" type="slidenum">
              <a:rPr kumimoji="1" lang="ja-JP" altLang="en-US" smtClean="0"/>
              <a:t>11</a:t>
            </a:fld>
            <a:endParaRPr kumimoji="1" lang="ja-JP" altLang="en-US"/>
          </a:p>
        </p:txBody>
      </p:sp>
    </p:spTree>
    <p:extLst>
      <p:ext uri="{BB962C8B-B14F-4D97-AF65-F5344CB8AC3E}">
        <p14:creationId xmlns:p14="http://schemas.microsoft.com/office/powerpoint/2010/main" val="27682993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9D24C-00A5-7114-948F-F8110606A22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3D92399-4818-49D3-7761-4CF6F2FE5F1D}"/>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88CCCF47-6D91-1FC0-AFB0-B7DC53C9A96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752FA31-8AD0-E4E8-B846-76489509598C}"/>
              </a:ext>
            </a:extLst>
          </p:cNvPr>
          <p:cNvSpPr>
            <a:spLocks noGrp="1"/>
          </p:cNvSpPr>
          <p:nvPr>
            <p:ph type="sldNum" sz="quarter" idx="10"/>
          </p:nvPr>
        </p:nvSpPr>
        <p:spPr/>
        <p:txBody>
          <a:bodyPr/>
          <a:lstStyle/>
          <a:p>
            <a:fld id="{1B43CF2E-423E-4AD2-AF81-37E45535EAFB}" type="slidenum">
              <a:rPr kumimoji="1" lang="ja-JP" altLang="en-US" smtClean="0"/>
              <a:t>12</a:t>
            </a:fld>
            <a:endParaRPr kumimoji="1" lang="ja-JP" altLang="en-US"/>
          </a:p>
        </p:txBody>
      </p:sp>
    </p:spTree>
    <p:extLst>
      <p:ext uri="{BB962C8B-B14F-4D97-AF65-F5344CB8AC3E}">
        <p14:creationId xmlns:p14="http://schemas.microsoft.com/office/powerpoint/2010/main" val="33241964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9D24C-00A5-7114-948F-F8110606A22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3D92399-4818-49D3-7761-4CF6F2FE5F1D}"/>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88CCCF47-6D91-1FC0-AFB0-B7DC53C9A96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752FA31-8AD0-E4E8-B846-76489509598C}"/>
              </a:ext>
            </a:extLst>
          </p:cNvPr>
          <p:cNvSpPr>
            <a:spLocks noGrp="1"/>
          </p:cNvSpPr>
          <p:nvPr>
            <p:ph type="sldNum" sz="quarter" idx="10"/>
          </p:nvPr>
        </p:nvSpPr>
        <p:spPr/>
        <p:txBody>
          <a:bodyPr/>
          <a:lstStyle/>
          <a:p>
            <a:fld id="{1B43CF2E-423E-4AD2-AF81-37E45535EAFB}" type="slidenum">
              <a:rPr kumimoji="1" lang="ja-JP" altLang="en-US" smtClean="0"/>
              <a:t>13</a:t>
            </a:fld>
            <a:endParaRPr kumimoji="1" lang="ja-JP" altLang="en-US"/>
          </a:p>
        </p:txBody>
      </p:sp>
    </p:spTree>
    <p:extLst>
      <p:ext uri="{BB962C8B-B14F-4D97-AF65-F5344CB8AC3E}">
        <p14:creationId xmlns:p14="http://schemas.microsoft.com/office/powerpoint/2010/main" val="36756165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9D24C-00A5-7114-948F-F8110606A22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3D92399-4818-49D3-7761-4CF6F2FE5F1D}"/>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88CCCF47-6D91-1FC0-AFB0-B7DC53C9A96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752FA31-8AD0-E4E8-B846-76489509598C}"/>
              </a:ext>
            </a:extLst>
          </p:cNvPr>
          <p:cNvSpPr>
            <a:spLocks noGrp="1"/>
          </p:cNvSpPr>
          <p:nvPr>
            <p:ph type="sldNum" sz="quarter" idx="10"/>
          </p:nvPr>
        </p:nvSpPr>
        <p:spPr/>
        <p:txBody>
          <a:bodyPr/>
          <a:lstStyle/>
          <a:p>
            <a:fld id="{1B43CF2E-423E-4AD2-AF81-37E45535EAFB}" type="slidenum">
              <a:rPr kumimoji="1" lang="ja-JP" altLang="en-US" smtClean="0"/>
              <a:t>14</a:t>
            </a:fld>
            <a:endParaRPr kumimoji="1" lang="ja-JP" altLang="en-US"/>
          </a:p>
        </p:txBody>
      </p:sp>
    </p:spTree>
    <p:extLst>
      <p:ext uri="{BB962C8B-B14F-4D97-AF65-F5344CB8AC3E}">
        <p14:creationId xmlns:p14="http://schemas.microsoft.com/office/powerpoint/2010/main" val="34104073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pSp>
        <p:nvGrpSpPr>
          <p:cNvPr id="7" name="Group 6"/>
          <p:cNvGrpSpPr/>
          <p:nvPr/>
        </p:nvGrpSpPr>
        <p:grpSpPr>
          <a:xfrm>
            <a:off x="-8466" y="-8468"/>
            <a:ext cx="9171316"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1AC40B3E-A67E-4A9E-81C7-CEB8A0AD96D0}" type="datetime1">
              <a:rPr kumimoji="1" lang="ja-JP" altLang="en-US" smtClean="0"/>
              <a:t>2026/1/14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FE8D982-16E6-404B-AAA5-09818BE20C55}" type="slidenum">
              <a:rPr kumimoji="1" lang="ja-JP" altLang="en-US" smtClean="0"/>
              <a:pPr/>
              <a:t>‹#›</a:t>
            </a:fld>
            <a:endParaRPr kumimoji="1" lang="ja-JP" altLang="en-US"/>
          </a:p>
        </p:txBody>
      </p:sp>
    </p:spTree>
    <p:extLst>
      <p:ext uri="{BB962C8B-B14F-4D97-AF65-F5344CB8AC3E}">
        <p14:creationId xmlns:p14="http://schemas.microsoft.com/office/powerpoint/2010/main" val="3097143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BE562174-D3B6-4D6B-9B8F-DA4FDEB695BD}" type="datetime1">
              <a:rPr kumimoji="1" lang="ja-JP" altLang="en-US" smtClean="0"/>
              <a:t>2026/1/14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FE8D982-16E6-404B-AAA5-09818BE20C55}" type="slidenum">
              <a:rPr kumimoji="1" lang="ja-JP" altLang="en-US" smtClean="0"/>
              <a:pPr/>
              <a:t>‹#›</a:t>
            </a:fld>
            <a:endParaRPr kumimoji="1" lang="ja-JP" altLang="en-US"/>
          </a:p>
        </p:txBody>
      </p:sp>
    </p:spTree>
    <p:extLst>
      <p:ext uri="{BB962C8B-B14F-4D97-AF65-F5344CB8AC3E}">
        <p14:creationId xmlns:p14="http://schemas.microsoft.com/office/powerpoint/2010/main" val="35033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AF3631B0-DF6C-4E25-8B0C-DA20952146C4}" type="datetime1">
              <a:rPr kumimoji="1" lang="ja-JP" altLang="en-US" smtClean="0"/>
              <a:t>2026/1/14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FE8D982-16E6-404B-AAA5-09818BE20C55}" type="slidenum">
              <a:rPr kumimoji="1" lang="ja-JP" altLang="en-US" smtClean="0"/>
              <a:pPr/>
              <a:t>‹#›</a:t>
            </a:fld>
            <a:endParaRPr kumimoji="1" lang="ja-JP" altLang="en-US"/>
          </a:p>
        </p:txBody>
      </p:sp>
    </p:spTree>
    <p:extLst>
      <p:ext uri="{BB962C8B-B14F-4D97-AF65-F5344CB8AC3E}">
        <p14:creationId xmlns:p14="http://schemas.microsoft.com/office/powerpoint/2010/main" val="28272682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EFD940E2-1DF5-4FD1-B997-73EB087A725A}" type="datetime1">
              <a:rPr kumimoji="1" lang="ja-JP" altLang="en-US" smtClean="0"/>
              <a:t>2026/1/14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9FE8D982-16E6-404B-AAA5-09818BE20C55}" type="slidenum">
              <a:rPr kumimoji="1" lang="ja-JP" altLang="en-US" smtClean="0"/>
              <a:pPr/>
              <a:t>‹#›</a:t>
            </a:fld>
            <a:endParaRPr kumimoji="1" lang="ja-JP" altLang="en-US"/>
          </a:p>
        </p:txBody>
      </p:sp>
    </p:spTree>
    <p:extLst>
      <p:ext uri="{BB962C8B-B14F-4D97-AF65-F5344CB8AC3E}">
        <p14:creationId xmlns:p14="http://schemas.microsoft.com/office/powerpoint/2010/main" val="1182381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BD738A60-F949-494E-B9EA-AFDCF8F728F4}" type="datetime1">
              <a:rPr kumimoji="1" lang="ja-JP" altLang="en-US" smtClean="0"/>
              <a:t>2026/1/14</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9FE8D982-16E6-404B-AAA5-09818BE20C55}" type="slidenum">
              <a:rPr kumimoji="1" lang="ja-JP" altLang="en-US" smtClean="0"/>
              <a:pPr/>
              <a:t>‹#›</a:t>
            </a:fld>
            <a:endParaRPr kumimoji="1" lang="ja-JP" altLang="en-US"/>
          </a:p>
        </p:txBody>
      </p:sp>
    </p:spTree>
    <p:extLst>
      <p:ext uri="{BB962C8B-B14F-4D97-AF65-F5344CB8AC3E}">
        <p14:creationId xmlns:p14="http://schemas.microsoft.com/office/powerpoint/2010/main" val="12730012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07CAED22-3741-4B6E-9761-05915B85535A}" type="datetime1">
              <a:rPr kumimoji="1" lang="ja-JP" altLang="en-US" smtClean="0"/>
              <a:t>2026/1/14</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9FE8D982-16E6-404B-AAA5-09818BE20C55}" type="slidenum">
              <a:rPr kumimoji="1" lang="ja-JP" altLang="en-US" smtClean="0"/>
              <a:pPr/>
              <a:t>‹#›</a:t>
            </a:fld>
            <a:endParaRPr kumimoji="1" lang="ja-JP" altLang="en-US"/>
          </a:p>
        </p:txBody>
      </p:sp>
    </p:spTree>
    <p:extLst>
      <p:ext uri="{BB962C8B-B14F-4D97-AF65-F5344CB8AC3E}">
        <p14:creationId xmlns:p14="http://schemas.microsoft.com/office/powerpoint/2010/main" val="39408879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D07E64-7E0D-4D5F-89FF-AEE549C2BCFF}" type="datetime1">
              <a:rPr kumimoji="1" lang="ja-JP" altLang="en-US" smtClean="0"/>
              <a:t>2026/1/14</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9FE8D982-16E6-404B-AAA5-09818BE20C55}" type="slidenum">
              <a:rPr kumimoji="1" lang="ja-JP" altLang="en-US" smtClean="0"/>
              <a:pPr/>
              <a:t>‹#›</a:t>
            </a:fld>
            <a:endParaRPr kumimoji="1" lang="ja-JP" altLang="en-US"/>
          </a:p>
        </p:txBody>
      </p:sp>
    </p:spTree>
    <p:extLst>
      <p:ext uri="{BB962C8B-B14F-4D97-AF65-F5344CB8AC3E}">
        <p14:creationId xmlns:p14="http://schemas.microsoft.com/office/powerpoint/2010/main" val="1191440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ja-JP" altLang="en-US"/>
              <a:t>マスター タイトルの書式設定</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03DD9A56-8E1F-4713-94E2-F02D4A453F0A}" type="datetime1">
              <a:rPr kumimoji="1" lang="ja-JP" altLang="en-US" smtClean="0"/>
              <a:t>2026/1/14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9FE8D982-16E6-404B-AAA5-09818BE20C55}" type="slidenum">
              <a:rPr kumimoji="1" lang="ja-JP" altLang="en-US" smtClean="0"/>
              <a:pPr/>
              <a:t>‹#›</a:t>
            </a:fld>
            <a:endParaRPr kumimoji="1" lang="ja-JP" altLang="en-US"/>
          </a:p>
        </p:txBody>
      </p:sp>
    </p:spTree>
    <p:extLst>
      <p:ext uri="{BB962C8B-B14F-4D97-AF65-F5344CB8AC3E}">
        <p14:creationId xmlns:p14="http://schemas.microsoft.com/office/powerpoint/2010/main" val="8604241"/>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図を追加</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61DD98B-5D99-424C-9D1F-817656D374A6}" type="datetime1">
              <a:rPr kumimoji="1" lang="ja-JP" altLang="en-US" smtClean="0"/>
              <a:t>2026/1/14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9FE8D982-16E6-404B-AAA5-09818BE20C55}" type="slidenum">
              <a:rPr kumimoji="1" lang="ja-JP" altLang="en-US" smtClean="0"/>
              <a:pPr/>
              <a:t>‹#›</a:t>
            </a:fld>
            <a:endParaRPr kumimoji="1" lang="ja-JP" altLang="en-US"/>
          </a:p>
        </p:txBody>
      </p:sp>
    </p:spTree>
    <p:extLst>
      <p:ext uri="{BB962C8B-B14F-4D97-AF65-F5344CB8AC3E}">
        <p14:creationId xmlns:p14="http://schemas.microsoft.com/office/powerpoint/2010/main" val="3019526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03DD9A56-8E1F-4713-94E2-F02D4A453F0A}" type="datetime1">
              <a:rPr kumimoji="1" lang="ja-JP" altLang="en-US" smtClean="0"/>
              <a:t>2026/1/14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FE8D982-16E6-404B-AAA5-09818BE20C55}" type="slidenum">
              <a:rPr kumimoji="1" lang="ja-JP" altLang="en-US" smtClean="0"/>
              <a:pPr/>
              <a:t>‹#›</a:t>
            </a:fld>
            <a:endParaRPr kumimoji="1" lang="ja-JP" altLang="en-US"/>
          </a:p>
        </p:txBody>
      </p:sp>
    </p:spTree>
    <p:extLst>
      <p:ext uri="{BB962C8B-B14F-4D97-AF65-F5344CB8AC3E}">
        <p14:creationId xmlns:p14="http://schemas.microsoft.com/office/powerpoint/2010/main" val="154102173"/>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ja-JP" altLang="en-US"/>
              <a:t>マスター タイトルの書式設定</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03DD9A56-8E1F-4713-94E2-F02D4A453F0A}" type="datetime1">
              <a:rPr kumimoji="1" lang="ja-JP" altLang="en-US" smtClean="0"/>
              <a:t>2026/1/14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FE8D982-16E6-404B-AAA5-09818BE20C55}" type="slidenum">
              <a:rPr kumimoji="1" lang="ja-JP" altLang="en-US" smtClean="0"/>
              <a:pPr/>
              <a:t>‹#›</a:t>
            </a:fld>
            <a:endParaRPr kumimoji="1" lang="ja-JP" alt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83149181"/>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03DD9A56-8E1F-4713-94E2-F02D4A453F0A}" type="datetime1">
              <a:rPr kumimoji="1" lang="ja-JP" altLang="en-US" smtClean="0"/>
              <a:t>2026/1/14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FE8D982-16E6-404B-AAA5-09818BE20C55}" type="slidenum">
              <a:rPr kumimoji="1" lang="ja-JP" altLang="en-US" smtClean="0"/>
              <a:pPr/>
              <a:t>‹#›</a:t>
            </a:fld>
            <a:endParaRPr kumimoji="1" lang="ja-JP" altLang="en-US"/>
          </a:p>
        </p:txBody>
      </p:sp>
    </p:spTree>
    <p:extLst>
      <p:ext uri="{BB962C8B-B14F-4D97-AF65-F5344CB8AC3E}">
        <p14:creationId xmlns:p14="http://schemas.microsoft.com/office/powerpoint/2010/main" val="1274638346"/>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用付きの名札">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ja-JP" altLang="en-US"/>
              <a:t>マスター タイトルの書式設定</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03DD9A56-8E1F-4713-94E2-F02D4A453F0A}" type="datetime1">
              <a:rPr kumimoji="1" lang="ja-JP" altLang="en-US" smtClean="0"/>
              <a:t>2026/1/14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FE8D982-16E6-404B-AAA5-09818BE20C55}" type="slidenum">
              <a:rPr kumimoji="1" lang="ja-JP" altLang="en-US" smtClean="0"/>
              <a:pPr/>
              <a:t>‹#›</a:t>
            </a:fld>
            <a:endParaRPr kumimoji="1" lang="ja-JP" alt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458867499"/>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または偽">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ja-JP" altLang="en-US"/>
              <a:t>マスター タイトルの書式設定</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03DD9A56-8E1F-4713-94E2-F02D4A453F0A}" type="datetime1">
              <a:rPr kumimoji="1" lang="ja-JP" altLang="en-US" smtClean="0"/>
              <a:t>2026/1/14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FE8D982-16E6-404B-AAA5-09818BE20C55}" type="slidenum">
              <a:rPr kumimoji="1" lang="ja-JP" altLang="en-US" smtClean="0"/>
              <a:pPr/>
              <a:t>‹#›</a:t>
            </a:fld>
            <a:endParaRPr kumimoji="1" lang="ja-JP" altLang="en-US"/>
          </a:p>
        </p:txBody>
      </p:sp>
    </p:spTree>
    <p:extLst>
      <p:ext uri="{BB962C8B-B14F-4D97-AF65-F5344CB8AC3E}">
        <p14:creationId xmlns:p14="http://schemas.microsoft.com/office/powerpoint/2010/main" val="16582888"/>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03DD9A56-8E1F-4713-94E2-F02D4A453F0A}" type="datetime1">
              <a:rPr kumimoji="1" lang="ja-JP" altLang="en-US" smtClean="0"/>
              <a:t>2026/1/14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FE8D982-16E6-404B-AAA5-09818BE20C55}" type="slidenum">
              <a:rPr kumimoji="1" lang="ja-JP" altLang="en-US" smtClean="0"/>
              <a:pPr/>
              <a:t>‹#›</a:t>
            </a:fld>
            <a:endParaRPr kumimoji="1" lang="ja-JP" altLang="en-US"/>
          </a:p>
        </p:txBody>
      </p:sp>
    </p:spTree>
    <p:extLst>
      <p:ext uri="{BB962C8B-B14F-4D97-AF65-F5344CB8AC3E}">
        <p14:creationId xmlns:p14="http://schemas.microsoft.com/office/powerpoint/2010/main" val="381679022"/>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03DD9A56-8E1F-4713-94E2-F02D4A453F0A}" type="datetime1">
              <a:rPr kumimoji="1" lang="ja-JP" altLang="en-US" smtClean="0"/>
              <a:t>2026/1/14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FE8D982-16E6-404B-AAA5-09818BE20C55}" type="slidenum">
              <a:rPr kumimoji="1" lang="ja-JP" altLang="en-US" smtClean="0"/>
              <a:pPr/>
              <a:t>‹#›</a:t>
            </a:fld>
            <a:endParaRPr kumimoji="1" lang="ja-JP" altLang="en-US"/>
          </a:p>
        </p:txBody>
      </p:sp>
    </p:spTree>
    <p:extLst>
      <p:ext uri="{BB962C8B-B14F-4D97-AF65-F5344CB8AC3E}">
        <p14:creationId xmlns:p14="http://schemas.microsoft.com/office/powerpoint/2010/main" val="247637947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タイトル付きの図">
    <p:bg>
      <p:bgPr>
        <a:solidFill>
          <a:srgbClr val="EFF6FA"/>
        </a:solidFill>
        <a:effectLst/>
      </p:bgPr>
    </p:bg>
    <p:spTree>
      <p:nvGrpSpPr>
        <p:cNvPr id="1" name=""/>
        <p:cNvGrpSpPr/>
        <p:nvPr/>
      </p:nvGrpSpPr>
      <p:grpSpPr>
        <a:xfrm>
          <a:off x="0" y="0"/>
          <a:ext cx="0" cy="0"/>
          <a:chOff x="0" y="0"/>
          <a:chExt cx="0" cy="0"/>
        </a:xfrm>
      </p:grpSpPr>
      <p:sp>
        <p:nvSpPr>
          <p:cNvPr id="10" name="Freeform 4"/>
          <p:cNvSpPr/>
          <p:nvPr/>
        </p:nvSpPr>
        <p:spPr>
          <a:xfrm>
            <a:off x="7604104" y="5932196"/>
            <a:ext cx="1539897" cy="925804"/>
          </a:xfrm>
          <a:custGeom>
            <a:avLst/>
            <a:gdLst/>
            <a:ahLst/>
            <a:cxnLst/>
            <a:rect l="l" t="t" r="r" b="b"/>
            <a:pathLst>
              <a:path w="3079793" h="1388706">
                <a:moveTo>
                  <a:pt x="0" y="0"/>
                </a:moveTo>
                <a:lnTo>
                  <a:pt x="3079793" y="0"/>
                </a:lnTo>
                <a:lnTo>
                  <a:pt x="3079793" y="1388706"/>
                </a:lnTo>
                <a:lnTo>
                  <a:pt x="0" y="1388706"/>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11" name="Freeform 5"/>
          <p:cNvSpPr/>
          <p:nvPr/>
        </p:nvSpPr>
        <p:spPr>
          <a:xfrm flipH="1">
            <a:off x="0" y="5932196"/>
            <a:ext cx="1539897" cy="925804"/>
          </a:xfrm>
          <a:custGeom>
            <a:avLst/>
            <a:gdLst/>
            <a:ahLst/>
            <a:cxnLst/>
            <a:rect l="l" t="t" r="r" b="b"/>
            <a:pathLst>
              <a:path w="3079793" h="1388706">
                <a:moveTo>
                  <a:pt x="3079793" y="0"/>
                </a:moveTo>
                <a:lnTo>
                  <a:pt x="0" y="0"/>
                </a:lnTo>
                <a:lnTo>
                  <a:pt x="0" y="1388706"/>
                </a:lnTo>
                <a:lnTo>
                  <a:pt x="3079793" y="1388706"/>
                </a:lnTo>
                <a:lnTo>
                  <a:pt x="3079793" y="0"/>
                </a:lnTo>
                <a:close/>
              </a:path>
            </a:pathLst>
          </a:custGeom>
          <a:blipFill>
            <a:blip r:embed="rId2">
              <a:extLst>
                <a:ext uri="{96DAC541-7B7A-43D3-8B79-37D633B846F1}">
                  <asvg:svgBlip xmlns="" xmlns:asvg="http://schemas.microsoft.com/office/drawing/2016/SVG/main" r:embed="rId3"/>
                </a:ext>
              </a:extLst>
            </a:blip>
            <a:stretch>
              <a:fillRect/>
            </a:stretch>
          </a:blipFill>
        </p:spPr>
      </p:sp>
    </p:spTree>
    <p:extLst>
      <p:ext uri="{BB962C8B-B14F-4D97-AF65-F5344CB8AC3E}">
        <p14:creationId xmlns:p14="http://schemas.microsoft.com/office/powerpoint/2010/main" val="580020095"/>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タイトル付きの&#10;コンテンツ">
    <p:bg>
      <p:bgPr>
        <a:solidFill>
          <a:srgbClr val="EFF6FA"/>
        </a:solidFill>
        <a:effectLst/>
      </p:bgPr>
    </p:bg>
    <p:spTree>
      <p:nvGrpSpPr>
        <p:cNvPr id="1" name=""/>
        <p:cNvGrpSpPr/>
        <p:nvPr/>
      </p:nvGrpSpPr>
      <p:grpSpPr>
        <a:xfrm>
          <a:off x="0" y="0"/>
          <a:ext cx="0" cy="0"/>
          <a:chOff x="0" y="0"/>
          <a:chExt cx="0" cy="0"/>
        </a:xfrm>
      </p:grpSpPr>
      <p:sp>
        <p:nvSpPr>
          <p:cNvPr id="9" name="Freeform 3"/>
          <p:cNvSpPr/>
          <p:nvPr/>
        </p:nvSpPr>
        <p:spPr>
          <a:xfrm flipH="1" flipV="1">
            <a:off x="3896379" y="0"/>
            <a:ext cx="5356139" cy="6957392"/>
          </a:xfrm>
          <a:custGeom>
            <a:avLst/>
            <a:gdLst/>
            <a:ahLst/>
            <a:cxnLst/>
            <a:rect l="l" t="t" r="r" b="b"/>
            <a:pathLst>
              <a:path w="10495239" h="10287000">
                <a:moveTo>
                  <a:pt x="10495239" y="10287000"/>
                </a:moveTo>
                <a:lnTo>
                  <a:pt x="0" y="10287000"/>
                </a:lnTo>
                <a:lnTo>
                  <a:pt x="0" y="0"/>
                </a:lnTo>
                <a:lnTo>
                  <a:pt x="10495239" y="0"/>
                </a:lnTo>
                <a:lnTo>
                  <a:pt x="10495239" y="10287000"/>
                </a:lnTo>
                <a:close/>
              </a:path>
            </a:pathLst>
          </a:custGeom>
          <a:blipFill>
            <a:blip r:embed="rId2">
              <a:extLst>
                <a:ext uri="{96DAC541-7B7A-43D3-8B79-37D633B846F1}">
                  <asvg:svgBlip xmlns="" xmlns:asvg="http://schemas.microsoft.com/office/drawing/2016/SVG/main" r:embed="rId3"/>
                </a:ext>
              </a:extLst>
            </a:blip>
            <a:stretch>
              <a:fillRect/>
            </a:stretch>
          </a:blipFill>
        </p:spPr>
        <p:txBody>
          <a:bodyPr/>
          <a:lstStyle/>
          <a:p>
            <a:endParaRPr lang="ja-JP" altLang="en-US"/>
          </a:p>
        </p:txBody>
      </p:sp>
    </p:spTree>
    <p:extLst>
      <p:ext uri="{BB962C8B-B14F-4D97-AF65-F5344CB8AC3E}">
        <p14:creationId xmlns:p14="http://schemas.microsoft.com/office/powerpoint/2010/main" val="798492400"/>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71317" cy="6874935"/>
            <a:chOff x="-8467" y="-8468"/>
            <a:chExt cx="9171317"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cxnSp>
          <p:nvCxnSpPr>
            <p:cNvPr id="8" name="Straight Connector 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5" name="Freeform 1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6" name="Freeform 1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3DD9A56-8E1F-4713-94E2-F02D4A453F0A}" type="datetime1">
              <a:rPr kumimoji="1" lang="ja-JP" altLang="en-US" smtClean="0"/>
              <a:t>2026/1/14</a:t>
            </a:fld>
            <a:endParaRPr kumimoji="1" lang="ja-JP" alt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9FE8D982-16E6-404B-AAA5-09818BE20C55}" type="slidenum">
              <a:rPr kumimoji="1" lang="ja-JP" altLang="en-US" smtClean="0"/>
              <a:pPr/>
              <a:t>‹#›</a:t>
            </a:fld>
            <a:endParaRPr kumimoji="1" lang="ja-JP" altLang="en-US"/>
          </a:p>
        </p:txBody>
      </p:sp>
    </p:spTree>
    <p:extLst>
      <p:ext uri="{BB962C8B-B14F-4D97-AF65-F5344CB8AC3E}">
        <p14:creationId xmlns:p14="http://schemas.microsoft.com/office/powerpoint/2010/main" val="781894726"/>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 id="2147483758" r:id="rId13"/>
    <p:sldLayoutId id="2147483759" r:id="rId14"/>
    <p:sldLayoutId id="2147483760" r:id="rId15"/>
    <p:sldLayoutId id="2147483761" r:id="rId16"/>
    <p:sldLayoutId id="2147483762" r:id="rId17"/>
    <p:sldLayoutId id="2147483763" r:id="rId18"/>
  </p:sldLayoutIdLst>
  <p:hf hdr="0" ftr="0" dt="0"/>
  <p:txStyles>
    <p:title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kumimoji="1"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kumimoji="1"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kumimoji="1"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hyperlink" Target="https://youtu.be/lDGSHyo33RY"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7.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7.xml"/><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7.xml"/><Relationship Id="rId6" Type="http://schemas.openxmlformats.org/officeDocument/2006/relationships/image" Target="../media/image22.png"/><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7.xml"/><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1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36.png"/></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17.xml"/><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角丸四角形 15"/>
          <p:cNvSpPr/>
          <p:nvPr/>
        </p:nvSpPr>
        <p:spPr>
          <a:xfrm>
            <a:off x="70130" y="1063513"/>
            <a:ext cx="4423928" cy="5758906"/>
          </a:xfrm>
          <a:prstGeom prst="roundRect">
            <a:avLst>
              <a:gd name="adj" fmla="val 2855"/>
            </a:avLst>
          </a:prstGeom>
          <a:ln/>
        </p:spPr>
        <p:style>
          <a:lnRef idx="2">
            <a:schemeClr val="accent1"/>
          </a:lnRef>
          <a:fillRef idx="1">
            <a:schemeClr val="lt1"/>
          </a:fillRef>
          <a:effectRef idx="0">
            <a:schemeClr val="accent1"/>
          </a:effectRef>
          <a:fontRef idx="minor">
            <a:schemeClr val="dk1"/>
          </a:fontRef>
        </p:style>
        <p:txBody>
          <a:bodyPr rtlCol="0" anchor="t"/>
          <a:lstStyle/>
          <a:p>
            <a:pPr algn="ct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11" name="角丸四角形 10"/>
          <p:cNvSpPr/>
          <p:nvPr/>
        </p:nvSpPr>
        <p:spPr>
          <a:xfrm>
            <a:off x="131344" y="1030089"/>
            <a:ext cx="4511530" cy="557742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6" name="四角形: 角を丸くする 5">
            <a:extLst>
              <a:ext uri="{FF2B5EF4-FFF2-40B4-BE49-F238E27FC236}">
                <a16:creationId xmlns:a16="http://schemas.microsoft.com/office/drawing/2014/main" id="{3B67895E-48C2-6CAA-665B-98D611B80BD6}"/>
              </a:ext>
            </a:extLst>
          </p:cNvPr>
          <p:cNvSpPr/>
          <p:nvPr/>
        </p:nvSpPr>
        <p:spPr>
          <a:xfrm>
            <a:off x="57483" y="116632"/>
            <a:ext cx="4431413" cy="894425"/>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pic>
        <p:nvPicPr>
          <p:cNvPr id="7" name="図 6"/>
          <p:cNvPicPr>
            <a:picLocks noChangeAspect="1"/>
          </p:cNvPicPr>
          <p:nvPr/>
        </p:nvPicPr>
        <p:blipFill rotWithShape="1">
          <a:blip r:embed="rId3" cstate="print">
            <a:extLst>
              <a:ext uri="{28A0092B-C50C-407E-A947-70E740481C1C}">
                <a14:useLocalDpi xmlns:a14="http://schemas.microsoft.com/office/drawing/2010/main" val="0"/>
              </a:ext>
            </a:extLst>
          </a:blip>
          <a:srcRect t="2867"/>
          <a:stretch/>
        </p:blipFill>
        <p:spPr>
          <a:xfrm>
            <a:off x="4732876" y="920056"/>
            <a:ext cx="4184513" cy="2286299"/>
          </a:xfrm>
          <a:prstGeom prst="rect">
            <a:avLst/>
          </a:prstGeom>
          <a:ln w="57150">
            <a:solidFill>
              <a:schemeClr val="bg1"/>
            </a:solidFill>
          </a:ln>
        </p:spPr>
      </p:pic>
      <p:sp>
        <p:nvSpPr>
          <p:cNvPr id="8" name="テキスト ボックス 7"/>
          <p:cNvSpPr txBox="1"/>
          <p:nvPr/>
        </p:nvSpPr>
        <p:spPr>
          <a:xfrm>
            <a:off x="143923" y="1196752"/>
            <a:ext cx="4258532" cy="3170099"/>
          </a:xfrm>
          <a:prstGeom prst="rect">
            <a:avLst/>
          </a:prstGeom>
          <a:noFill/>
        </p:spPr>
        <p:txBody>
          <a:bodyPr wrap="square" rtlCol="0">
            <a:spAutoFit/>
          </a:bodyPr>
          <a:lstStyle/>
          <a:p>
            <a:r>
              <a:rPr kumimoji="1" lang="ja-JP" altLang="en-US" sz="2000" dirty="0">
                <a:ln w="6350" cmpd="sng">
                  <a:noFill/>
                </a:ln>
                <a:latin typeface="BIZ UDPゴシック" panose="020B0400000000000000" pitchFamily="50" charset="-128"/>
                <a:ea typeface="BIZ UDPゴシック" panose="020B0400000000000000" pitchFamily="50" charset="-128"/>
              </a:rPr>
              <a:t>プレイヤーが能動的に攻撃を行わず、パリィで敵の攻撃を弾き返す</a:t>
            </a:r>
            <a:r>
              <a:rPr kumimoji="1" lang="en-US" altLang="ja-JP" sz="2000" dirty="0">
                <a:ln w="6350" cmpd="sng">
                  <a:noFill/>
                </a:ln>
                <a:latin typeface="BIZ UDPゴシック" panose="020B0400000000000000" pitchFamily="50" charset="-128"/>
                <a:ea typeface="BIZ UDPゴシック" panose="020B0400000000000000" pitchFamily="50" charset="-128"/>
              </a:rPr>
              <a:t>3D</a:t>
            </a:r>
            <a:r>
              <a:rPr kumimoji="1" lang="ja-JP" altLang="en-US" sz="2000" dirty="0">
                <a:ln w="6350" cmpd="sng">
                  <a:noFill/>
                </a:ln>
                <a:latin typeface="BIZ UDPゴシック" panose="020B0400000000000000" pitchFamily="50" charset="-128"/>
                <a:ea typeface="BIZ UDPゴシック" panose="020B0400000000000000" pitchFamily="50" charset="-128"/>
              </a:rPr>
              <a:t>アクションゲームです。</a:t>
            </a:r>
            <a:endParaRPr kumimoji="1" lang="en-US" altLang="ja-JP" sz="2000" dirty="0">
              <a:ln w="6350" cmpd="sng">
                <a:noFill/>
              </a:ln>
              <a:latin typeface="BIZ UDPゴシック" panose="020B0400000000000000" pitchFamily="50" charset="-128"/>
              <a:ea typeface="BIZ UDPゴシック" panose="020B0400000000000000" pitchFamily="50" charset="-128"/>
            </a:endParaRPr>
          </a:p>
          <a:p>
            <a:r>
              <a:rPr kumimoji="1" lang="ja-JP" altLang="en-US" sz="2000" dirty="0">
                <a:ln w="6350" cmpd="sng">
                  <a:noFill/>
                </a:ln>
                <a:latin typeface="BIZ UDPゴシック" panose="020B0400000000000000" pitchFamily="50" charset="-128"/>
                <a:ea typeface="BIZ UDPゴシック" panose="020B0400000000000000" pitchFamily="50" charset="-128"/>
              </a:rPr>
              <a:t>敵の放つ弾をすべて弾き返すことで敵はダウン状態となり、背後から致命攻撃を行うことで大ダメージを与えることができます。ゲーム開始後や、戦闘前にカメラワークによる演出を挿入し、戦闘への緊張感や没入感を高めました。</a:t>
            </a:r>
            <a:endParaRPr kumimoji="1" lang="en-US" altLang="ja-JP" sz="2000" dirty="0">
              <a:ln w="6350" cmpd="sng">
                <a:noFill/>
              </a:ln>
              <a:latin typeface="BIZ UDPゴシック" panose="020B0400000000000000" pitchFamily="50" charset="-128"/>
              <a:ea typeface="BIZ UDPゴシック" panose="020B0400000000000000" pitchFamily="50" charset="-128"/>
            </a:endParaRPr>
          </a:p>
        </p:txBody>
      </p:sp>
      <p:sp>
        <p:nvSpPr>
          <p:cNvPr id="10" name="テキスト ボックス 9"/>
          <p:cNvSpPr txBox="1"/>
          <p:nvPr/>
        </p:nvSpPr>
        <p:spPr>
          <a:xfrm>
            <a:off x="389136" y="4369660"/>
            <a:ext cx="3936600" cy="1569660"/>
          </a:xfrm>
          <a:prstGeom prst="rect">
            <a:avLst/>
          </a:prstGeom>
          <a:noFill/>
        </p:spPr>
        <p:txBody>
          <a:bodyPr wrap="square" rtlCol="0">
            <a:spAutoFit/>
          </a:bodyPr>
          <a:lstStyle/>
          <a:p>
            <a:r>
              <a:rPr kumimoji="1" lang="ja-JP" altLang="en-US" sz="1600" dirty="0">
                <a:latin typeface="BIZ UDPゴシック" panose="020B0400000000000000" pitchFamily="50" charset="-128"/>
                <a:ea typeface="BIZ UDPゴシック" panose="020B0400000000000000" pitchFamily="50" charset="-128"/>
              </a:rPr>
              <a:t>紹介動画</a:t>
            </a:r>
            <a:r>
              <a:rPr kumimoji="1" lang="en-US" altLang="ja-JP" sz="1600" dirty="0">
                <a:latin typeface="BIZ UDPゴシック" panose="020B0400000000000000" pitchFamily="50" charset="-128"/>
                <a:ea typeface="BIZ UDPゴシック" panose="020B0400000000000000" pitchFamily="50" charset="-128"/>
              </a:rPr>
              <a:t>URL</a:t>
            </a:r>
          </a:p>
          <a:p>
            <a:r>
              <a:rPr kumimoji="1" lang="en-US" altLang="ja-JP" sz="1600" dirty="0">
                <a:latin typeface="BIZ UDPゴシック" panose="020B0400000000000000" pitchFamily="50" charset="-128"/>
                <a:ea typeface="BIZ UDPゴシック" panose="020B0400000000000000" pitchFamily="50" charset="-128"/>
                <a:hlinkClick r:id="rId4"/>
              </a:rPr>
              <a:t>https://youtu.be/lDGSHyo33RY</a:t>
            </a:r>
            <a:endParaRPr kumimoji="1" lang="en-US" altLang="ja-JP" sz="1600" dirty="0">
              <a:latin typeface="BIZ UDPゴシック" panose="020B0400000000000000" pitchFamily="50" charset="-128"/>
              <a:ea typeface="BIZ UDPゴシック" panose="020B0400000000000000" pitchFamily="50" charset="-128"/>
            </a:endParaRPr>
          </a:p>
          <a:p>
            <a:endParaRPr kumimoji="1" lang="en-US" altLang="ja-JP" sz="1600" dirty="0">
              <a:latin typeface="BIZ UDPゴシック" panose="020B0400000000000000" pitchFamily="50" charset="-128"/>
              <a:ea typeface="BIZ UDPゴシック" panose="020B0400000000000000" pitchFamily="50" charset="-128"/>
            </a:endParaRPr>
          </a:p>
          <a:p>
            <a:endParaRPr kumimoji="1" lang="en-US" altLang="ja-JP" sz="1600" dirty="0">
              <a:latin typeface="BIZ UDPゴシック" panose="020B0400000000000000" pitchFamily="50" charset="-128"/>
              <a:ea typeface="BIZ UDPゴシック" panose="020B0400000000000000" pitchFamily="50" charset="-128"/>
            </a:endParaRPr>
          </a:p>
          <a:p>
            <a:r>
              <a:rPr kumimoji="1" lang="ja-JP" altLang="en-US" sz="1600" dirty="0">
                <a:latin typeface="BIZ UDPゴシック" panose="020B0400000000000000" pitchFamily="50" charset="-128"/>
                <a:ea typeface="BIZ UDPゴシック" panose="020B0400000000000000" pitchFamily="50" charset="-128"/>
              </a:rPr>
              <a:t>紹介動画</a:t>
            </a:r>
            <a:r>
              <a:rPr kumimoji="1" lang="en-US" altLang="ja-JP" sz="1600" dirty="0">
                <a:latin typeface="BIZ UDPゴシック" panose="020B0400000000000000" pitchFamily="50" charset="-128"/>
                <a:ea typeface="BIZ UDPゴシック" panose="020B0400000000000000" pitchFamily="50" charset="-128"/>
              </a:rPr>
              <a:t>QR</a:t>
            </a:r>
            <a:r>
              <a:rPr kumimoji="1" lang="ja-JP" altLang="en-US" sz="1600" dirty="0">
                <a:latin typeface="BIZ UDPゴシック" panose="020B0400000000000000" pitchFamily="50" charset="-128"/>
                <a:ea typeface="BIZ UDPゴシック" panose="020B0400000000000000" pitchFamily="50" charset="-128"/>
              </a:rPr>
              <a:t>コード</a:t>
            </a:r>
            <a:endParaRPr kumimoji="1" lang="en-US" altLang="ja-JP" sz="1600" dirty="0">
              <a:latin typeface="BIZ UDPゴシック" panose="020B0400000000000000" pitchFamily="50" charset="-128"/>
              <a:ea typeface="BIZ UDPゴシック" panose="020B0400000000000000" pitchFamily="50" charset="-128"/>
            </a:endParaRPr>
          </a:p>
          <a:p>
            <a:r>
              <a:rPr kumimoji="1" lang="ja-JP" altLang="en-US" sz="1600" dirty="0">
                <a:latin typeface="BIZ UDPゴシック" panose="020B0400000000000000" pitchFamily="50" charset="-128"/>
                <a:ea typeface="BIZ UDPゴシック" panose="020B0400000000000000" pitchFamily="50" charset="-128"/>
              </a:rPr>
              <a:t>（</a:t>
            </a:r>
            <a:r>
              <a:rPr kumimoji="1" lang="en-US" altLang="ja-JP" sz="1600" dirty="0">
                <a:latin typeface="BIZ UDPゴシック" panose="020B0400000000000000" pitchFamily="50" charset="-128"/>
                <a:ea typeface="BIZ UDPゴシック" panose="020B0400000000000000" pitchFamily="50" charset="-128"/>
              </a:rPr>
              <a:t>You Tube)</a:t>
            </a:r>
            <a:endParaRPr kumimoji="1" lang="ja-JP" altLang="en-US" sz="1600" dirty="0">
              <a:latin typeface="BIZ UDPゴシック" panose="020B0400000000000000" pitchFamily="50" charset="-128"/>
              <a:ea typeface="BIZ UDPゴシック" panose="020B0400000000000000" pitchFamily="50" charset="-128"/>
            </a:endParaRPr>
          </a:p>
        </p:txBody>
      </p:sp>
      <p:sp>
        <p:nvSpPr>
          <p:cNvPr id="15" name="スライド番号プレースホルダー 1">
            <a:extLst>
              <a:ext uri="{FF2B5EF4-FFF2-40B4-BE49-F238E27FC236}">
                <a16:creationId xmlns:a16="http://schemas.microsoft.com/office/drawing/2014/main" id="{A9CAB982-92C2-CFFE-0891-36DCD7E79E57}"/>
              </a:ext>
            </a:extLst>
          </p:cNvPr>
          <p:cNvSpPr txBox="1">
            <a:spLocks/>
          </p:cNvSpPr>
          <p:nvPr/>
        </p:nvSpPr>
        <p:spPr>
          <a:xfrm>
            <a:off x="0" y="6499691"/>
            <a:ext cx="51263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FE8D982-16E6-404B-AAA5-09818BE20C55}" type="slidenum">
              <a:rPr kumimoji="1" lang="ja-JP" altLang="en-US" smtClean="0"/>
              <a:pPr/>
              <a:t>1</a:t>
            </a:fld>
            <a:endParaRPr kumimoji="1" lang="ja-JP" altLang="en-US" dirty="0"/>
          </a:p>
        </p:txBody>
      </p:sp>
      <p:pic>
        <p:nvPicPr>
          <p:cNvPr id="3" name="図 2">
            <a:hlinkClick r:id="rId4"/>
            <a:extLst>
              <a:ext uri="{FF2B5EF4-FFF2-40B4-BE49-F238E27FC236}">
                <a16:creationId xmlns:a16="http://schemas.microsoft.com/office/drawing/2014/main" id="{7F30969D-53A8-EB32-8E81-D016232B290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89480" y="5239541"/>
            <a:ext cx="1534636" cy="1534636"/>
          </a:xfrm>
          <a:prstGeom prst="rect">
            <a:avLst/>
          </a:prstGeom>
        </p:spPr>
      </p:pic>
      <p:sp>
        <p:nvSpPr>
          <p:cNvPr id="19" name="テキスト ボックス 18"/>
          <p:cNvSpPr txBox="1"/>
          <p:nvPr/>
        </p:nvSpPr>
        <p:spPr>
          <a:xfrm>
            <a:off x="143923" y="140705"/>
            <a:ext cx="4258532" cy="830997"/>
          </a:xfrm>
          <a:prstGeom prst="rect">
            <a:avLst/>
          </a:prstGeom>
          <a:noFill/>
          <a:ln>
            <a:noFill/>
          </a:ln>
        </p:spPr>
        <p:txBody>
          <a:bodyPr wrap="square" rtlCol="0">
            <a:spAutoFit/>
          </a:bodyPr>
          <a:lstStyle/>
          <a:p>
            <a:r>
              <a:rPr kumimoji="1" lang="en-US" altLang="ja-JP" sz="4800" b="1" dirty="0">
                <a:ln w="12700">
                  <a:solidFill>
                    <a:schemeClr val="tx1"/>
                  </a:solidFill>
                </a:ln>
                <a:latin typeface="HGSｺﾞｼｯｸE" panose="020B0900000000000000" pitchFamily="50" charset="-128"/>
                <a:ea typeface="HGSｺﾞｼｯｸE" panose="020B0900000000000000" pitchFamily="50" charset="-128"/>
              </a:rPr>
              <a:t>Endless</a:t>
            </a:r>
            <a:r>
              <a:rPr kumimoji="1" lang="en-US" altLang="ja-JP" sz="4800" b="1" dirty="0">
                <a:ln w="12700">
                  <a:solidFill>
                    <a:schemeClr val="bg1"/>
                  </a:solidFill>
                </a:ln>
                <a:latin typeface="HGSｺﾞｼｯｸE" panose="020B0900000000000000" pitchFamily="50" charset="-128"/>
                <a:ea typeface="HGSｺﾞｼｯｸE" panose="020B0900000000000000" pitchFamily="50" charset="-128"/>
              </a:rPr>
              <a:t> </a:t>
            </a:r>
            <a:r>
              <a:rPr kumimoji="1" lang="en-US" altLang="ja-JP" sz="4800" b="1" dirty="0">
                <a:ln w="12700">
                  <a:solidFill>
                    <a:schemeClr val="tx1">
                      <a:lumMod val="95000"/>
                      <a:lumOff val="5000"/>
                    </a:schemeClr>
                  </a:solidFill>
                </a:ln>
                <a:gradFill>
                  <a:gsLst>
                    <a:gs pos="49000">
                      <a:schemeClr val="tx1"/>
                    </a:gs>
                    <a:gs pos="100000">
                      <a:srgbClr val="8D2B2B"/>
                    </a:gs>
                  </a:gsLst>
                  <a:lin ang="5400000" scaled="1"/>
                </a:gradFill>
                <a:latin typeface="HGSｺﾞｼｯｸE" panose="020B0900000000000000" pitchFamily="50" charset="-128"/>
                <a:ea typeface="HGSｺﾞｼｯｸE" panose="020B0900000000000000" pitchFamily="50" charset="-128"/>
              </a:rPr>
              <a:t>Encore</a:t>
            </a:r>
            <a:endParaRPr kumimoji="1" lang="ja-JP" altLang="en-US" sz="4800" b="1" dirty="0">
              <a:ln w="12700">
                <a:solidFill>
                  <a:schemeClr val="tx1">
                    <a:lumMod val="95000"/>
                    <a:lumOff val="5000"/>
                  </a:schemeClr>
                </a:solidFill>
              </a:ln>
              <a:gradFill>
                <a:gsLst>
                  <a:gs pos="49000">
                    <a:schemeClr val="tx1"/>
                  </a:gs>
                  <a:gs pos="100000">
                    <a:srgbClr val="8D2B2B"/>
                  </a:gs>
                </a:gsLst>
                <a:lin ang="5400000" scaled="1"/>
              </a:gradFill>
              <a:latin typeface="HGSｺﾞｼｯｸE" panose="020B0900000000000000" pitchFamily="50" charset="-128"/>
              <a:ea typeface="HGSｺﾞｼｯｸE" panose="020B0900000000000000" pitchFamily="50" charset="-128"/>
            </a:endParaRPr>
          </a:p>
        </p:txBody>
      </p:sp>
      <p:pic>
        <p:nvPicPr>
          <p:cNvPr id="4" name="図 3"/>
          <p:cNvPicPr>
            <a:picLocks noChangeAspect="1"/>
          </p:cNvPicPr>
          <p:nvPr/>
        </p:nvPicPr>
        <p:blipFill rotWithShape="1">
          <a:blip r:embed="rId6" cstate="print">
            <a:extLst>
              <a:ext uri="{28A0092B-C50C-407E-A947-70E740481C1C}">
                <a14:useLocalDpi xmlns:a14="http://schemas.microsoft.com/office/drawing/2010/main" val="0"/>
              </a:ext>
            </a:extLst>
          </a:blip>
          <a:srcRect t="3800"/>
          <a:stretch/>
        </p:blipFill>
        <p:spPr>
          <a:xfrm>
            <a:off x="4704088" y="4016162"/>
            <a:ext cx="4207291" cy="2276655"/>
          </a:xfrm>
          <a:prstGeom prst="rect">
            <a:avLst/>
          </a:prstGeom>
          <a:ln w="57150">
            <a:solidFill>
              <a:schemeClr val="bg1"/>
            </a:solidFill>
          </a:ln>
        </p:spPr>
      </p:pic>
    </p:spTree>
    <p:extLst>
      <p:ext uri="{BB962C8B-B14F-4D97-AF65-F5344CB8AC3E}">
        <p14:creationId xmlns:p14="http://schemas.microsoft.com/office/powerpoint/2010/main" val="1961468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9592" y="1196752"/>
            <a:ext cx="7344816" cy="4904255"/>
          </a:xfrm>
          <a:prstGeom prst="rect">
            <a:avLst/>
          </a:prstGeom>
        </p:spPr>
      </p:pic>
      <p:sp>
        <p:nvSpPr>
          <p:cNvPr id="17" name="Rectangle 1">
            <a:extLst>
              <a:ext uri="{FF2B5EF4-FFF2-40B4-BE49-F238E27FC236}">
                <a16:creationId xmlns:a16="http://schemas.microsoft.com/office/drawing/2014/main" id="{6B041BAE-CD0E-76AA-5A2D-35070F29FF20}"/>
              </a:ext>
            </a:extLst>
          </p:cNvPr>
          <p:cNvSpPr>
            <a:spLocks noChangeArrowheads="1"/>
          </p:cNvSpPr>
          <p:nvPr/>
        </p:nvSpPr>
        <p:spPr bwMode="auto">
          <a:xfrm>
            <a:off x="256319" y="33398"/>
            <a:ext cx="9005208" cy="707886"/>
          </a:xfrm>
          <a:prstGeom prst="rect">
            <a:avLst/>
          </a:prstGeom>
          <a:solidFill>
            <a:schemeClr val="bg1"/>
          </a:solidFill>
          <a:ln w="19050">
            <a:solidFill>
              <a:schemeClr val="accent1">
                <a:lumMod val="75000"/>
              </a:schemeClr>
            </a:solid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en-US" altLang="ja-JP" sz="4000" dirty="0">
                <a:solidFill>
                  <a:schemeClr val="tx2">
                    <a:lumMod val="75000"/>
                  </a:schemeClr>
                </a:solidFill>
              </a:rPr>
              <a:t>		  </a:t>
            </a:r>
            <a:r>
              <a:rPr lang="en-US" altLang="ja-JP" sz="4000" dirty="0" smtClean="0">
                <a:solidFill>
                  <a:schemeClr val="tx2">
                    <a:lumMod val="75000"/>
                  </a:schemeClr>
                </a:solidFill>
              </a:rPr>
              <a:t>	</a:t>
            </a:r>
            <a:r>
              <a:rPr lang="ja-JP" altLang="en-US" sz="4000" dirty="0" smtClean="0">
                <a:solidFill>
                  <a:schemeClr val="tx2">
                    <a:lumMod val="75000"/>
                  </a:schemeClr>
                </a:solidFill>
              </a:rPr>
              <a:t>　</a:t>
            </a:r>
            <a:r>
              <a:rPr lang="ja-JP" altLang="en-US" sz="4000" dirty="0" smtClean="0">
                <a:solidFill>
                  <a:schemeClr val="tx2">
                    <a:lumMod val="75000"/>
                  </a:schemeClr>
                </a:solidFill>
              </a:rPr>
              <a:t>クラス図</a:t>
            </a:r>
            <a:endParaRPr lang="en-US" altLang="ja-JP" sz="4000" dirty="0">
              <a:solidFill>
                <a:schemeClr val="tx2">
                  <a:lumMod val="75000"/>
                </a:schemeClr>
              </a:solidFill>
            </a:endParaRPr>
          </a:p>
        </p:txBody>
      </p:sp>
    </p:spTree>
    <p:extLst>
      <p:ext uri="{BB962C8B-B14F-4D97-AF65-F5344CB8AC3E}">
        <p14:creationId xmlns:p14="http://schemas.microsoft.com/office/powerpoint/2010/main" val="385865491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D898177D-B7D8-1810-7582-359EA06B654C}"/>
              </a:ext>
            </a:extLst>
          </p:cNvPr>
          <p:cNvSpPr/>
          <p:nvPr/>
        </p:nvSpPr>
        <p:spPr>
          <a:xfrm>
            <a:off x="-48481" y="741284"/>
            <a:ext cx="9324528" cy="6123532"/>
          </a:xfrm>
          <a:prstGeom prst="rect">
            <a:avLst/>
          </a:prstGeom>
          <a:solidFill>
            <a:schemeClr val="bg1">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2" name="四角形: 角を丸くする 1">
            <a:extLst>
              <a:ext uri="{FF2B5EF4-FFF2-40B4-BE49-F238E27FC236}">
                <a16:creationId xmlns:a16="http://schemas.microsoft.com/office/drawing/2014/main" id="{A2499742-BB5F-4214-72F2-F3A441AD5AA2}"/>
              </a:ext>
            </a:extLst>
          </p:cNvPr>
          <p:cNvSpPr/>
          <p:nvPr/>
        </p:nvSpPr>
        <p:spPr>
          <a:xfrm>
            <a:off x="1979712" y="826722"/>
            <a:ext cx="5400600" cy="707886"/>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22" name="スライド番号プレースホルダー 1">
            <a:extLst>
              <a:ext uri="{FF2B5EF4-FFF2-40B4-BE49-F238E27FC236}">
                <a16:creationId xmlns:a16="http://schemas.microsoft.com/office/drawing/2014/main" id="{A9CAB982-92C2-CFFE-0891-36DCD7E79E57}"/>
              </a:ext>
            </a:extLst>
          </p:cNvPr>
          <p:cNvSpPr txBox="1">
            <a:spLocks/>
          </p:cNvSpPr>
          <p:nvPr/>
        </p:nvSpPr>
        <p:spPr>
          <a:xfrm>
            <a:off x="0" y="6499691"/>
            <a:ext cx="51263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FE8D982-16E6-404B-AAA5-09818BE20C55}" type="slidenum">
              <a:rPr kumimoji="1" lang="ja-JP" altLang="en-US" smtClean="0">
                <a:solidFill>
                  <a:schemeClr val="bg1"/>
                </a:solidFill>
              </a:rPr>
              <a:pPr/>
              <a:t>3</a:t>
            </a:fld>
            <a:endParaRPr kumimoji="1" lang="ja-JP" altLang="en-US" dirty="0">
              <a:solidFill>
                <a:schemeClr val="bg1"/>
              </a:solidFill>
            </a:endParaRPr>
          </a:p>
        </p:txBody>
      </p:sp>
      <p:sp>
        <p:nvSpPr>
          <p:cNvPr id="5" name="Rectangle 1">
            <a:extLst>
              <a:ext uri="{FF2B5EF4-FFF2-40B4-BE49-F238E27FC236}">
                <a16:creationId xmlns:a16="http://schemas.microsoft.com/office/drawing/2014/main" id="{6B041BAE-CD0E-76AA-5A2D-35070F29FF20}"/>
              </a:ext>
            </a:extLst>
          </p:cNvPr>
          <p:cNvSpPr>
            <a:spLocks noChangeArrowheads="1"/>
          </p:cNvSpPr>
          <p:nvPr/>
        </p:nvSpPr>
        <p:spPr bwMode="auto">
          <a:xfrm>
            <a:off x="256319" y="33398"/>
            <a:ext cx="9005208" cy="707886"/>
          </a:xfrm>
          <a:prstGeom prst="rect">
            <a:avLst/>
          </a:prstGeom>
          <a:solidFill>
            <a:schemeClr val="bg1"/>
          </a:solidFill>
          <a:ln w="19050">
            <a:solidFill>
              <a:schemeClr val="accent1">
                <a:lumMod val="75000"/>
              </a:schemeClr>
            </a:solid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en-US" altLang="ja-JP" sz="4000" dirty="0">
                <a:solidFill>
                  <a:schemeClr val="tx2">
                    <a:lumMod val="75000"/>
                  </a:schemeClr>
                </a:solidFill>
              </a:rPr>
              <a:t>		  </a:t>
            </a:r>
            <a:r>
              <a:rPr kumimoji="0" lang="ja-JP" altLang="en-US" sz="4000" dirty="0" smtClean="0">
                <a:solidFill>
                  <a:schemeClr val="tx2">
                    <a:lumMod val="75000"/>
                  </a:schemeClr>
                </a:solidFill>
              </a:rPr>
              <a:t>アピールポイント</a:t>
            </a:r>
            <a:r>
              <a:rPr lang="ja-JP" altLang="en-US" sz="4000" dirty="0" smtClean="0">
                <a:solidFill>
                  <a:schemeClr val="tx2">
                    <a:lumMod val="75000"/>
                  </a:schemeClr>
                </a:solidFill>
              </a:rPr>
              <a:t>①</a:t>
            </a:r>
            <a:endParaRPr lang="en-US" altLang="ja-JP" sz="4000" dirty="0">
              <a:solidFill>
                <a:schemeClr val="tx2">
                  <a:lumMod val="75000"/>
                </a:schemeClr>
              </a:solidFill>
            </a:endParaRPr>
          </a:p>
        </p:txBody>
      </p:sp>
      <p:sp>
        <p:nvSpPr>
          <p:cNvPr id="12" name="テキスト ボックス 11">
            <a:extLst>
              <a:ext uri="{FF2B5EF4-FFF2-40B4-BE49-F238E27FC236}">
                <a16:creationId xmlns:a16="http://schemas.microsoft.com/office/drawing/2014/main" id="{1EE8EDC0-1F86-C819-5EDC-67664E65227A}"/>
              </a:ext>
            </a:extLst>
          </p:cNvPr>
          <p:cNvSpPr txBox="1"/>
          <p:nvPr/>
        </p:nvSpPr>
        <p:spPr>
          <a:xfrm>
            <a:off x="1043608" y="955099"/>
            <a:ext cx="7299091" cy="461665"/>
          </a:xfrm>
          <a:prstGeom prst="rect">
            <a:avLst/>
          </a:prstGeom>
          <a:noFill/>
        </p:spPr>
        <p:txBody>
          <a:bodyPr wrap="square" rtlCol="0">
            <a:spAutoFit/>
          </a:bodyPr>
          <a:lstStyle/>
          <a:p>
            <a:pPr algn="ctr"/>
            <a:r>
              <a:rPr kumimoji="1" lang="en-US" altLang="ja-JP" sz="2400" u="sng" dirty="0">
                <a:solidFill>
                  <a:schemeClr val="tx2">
                    <a:lumMod val="75000"/>
                  </a:schemeClr>
                </a:solidFill>
              </a:rPr>
              <a:t>Json</a:t>
            </a:r>
            <a:r>
              <a:rPr kumimoji="1" lang="ja-JP" altLang="en-US" sz="2400" u="sng" dirty="0">
                <a:solidFill>
                  <a:schemeClr val="tx2">
                    <a:lumMod val="75000"/>
                  </a:schemeClr>
                </a:solidFill>
              </a:rPr>
              <a:t>を使用した外部データ</a:t>
            </a:r>
            <a:r>
              <a:rPr kumimoji="1" lang="ja-JP" altLang="en-US" sz="2400" u="sng" dirty="0" smtClean="0">
                <a:solidFill>
                  <a:schemeClr val="tx2">
                    <a:lumMod val="75000"/>
                  </a:schemeClr>
                </a:solidFill>
              </a:rPr>
              <a:t>読み込み</a:t>
            </a:r>
            <a:endParaRPr kumimoji="1" lang="ja-JP" altLang="en-US" sz="2400" u="sng" dirty="0">
              <a:solidFill>
                <a:schemeClr val="tx2">
                  <a:lumMod val="75000"/>
                </a:schemeClr>
              </a:solidFill>
            </a:endParaRPr>
          </a:p>
        </p:txBody>
      </p:sp>
      <p:sp>
        <p:nvSpPr>
          <p:cNvPr id="32" name="テキスト ボックス 31">
            <a:extLst>
              <a:ext uri="{FF2B5EF4-FFF2-40B4-BE49-F238E27FC236}">
                <a16:creationId xmlns:a16="http://schemas.microsoft.com/office/drawing/2014/main" id="{051C4CF1-FC49-B844-B4EB-EEA6F109E49E}"/>
              </a:ext>
            </a:extLst>
          </p:cNvPr>
          <p:cNvSpPr txBox="1"/>
          <p:nvPr/>
        </p:nvSpPr>
        <p:spPr>
          <a:xfrm>
            <a:off x="226416" y="2230922"/>
            <a:ext cx="4104456" cy="3170099"/>
          </a:xfrm>
          <a:prstGeom prst="rect">
            <a:avLst/>
          </a:prstGeom>
          <a:noFill/>
        </p:spPr>
        <p:txBody>
          <a:bodyPr wrap="square" rtlCol="0">
            <a:spAutoFit/>
          </a:bodyPr>
          <a:lstStyle/>
          <a:p>
            <a:r>
              <a:rPr kumimoji="1" lang="ja-JP" altLang="en-US" sz="2000" dirty="0" smtClean="0">
                <a:latin typeface="BIZ UDゴシック" panose="020B0400000000000000" pitchFamily="49" charset="-128"/>
                <a:ea typeface="BIZ UDゴシック" panose="020B0400000000000000" pitchFamily="49" charset="-128"/>
              </a:rPr>
              <a:t>前作の</a:t>
            </a:r>
            <a:r>
              <a:rPr kumimoji="1" lang="en-US" altLang="ja-JP" sz="2000" dirty="0" smtClean="0">
                <a:latin typeface="BIZ UDゴシック" panose="020B0400000000000000" pitchFamily="49" charset="-128"/>
                <a:ea typeface="BIZ UDゴシック" panose="020B0400000000000000" pitchFamily="49" charset="-128"/>
              </a:rPr>
              <a:t>BARISTA BLITZ</a:t>
            </a:r>
            <a:r>
              <a:rPr kumimoji="1" lang="ja-JP" altLang="en-US" sz="2000" dirty="0" smtClean="0">
                <a:latin typeface="BIZ UDゴシック" panose="020B0400000000000000" pitchFamily="49" charset="-128"/>
                <a:ea typeface="BIZ UDゴシック" panose="020B0400000000000000" pitchFamily="49" charset="-128"/>
              </a:rPr>
              <a:t>では、</a:t>
            </a:r>
            <a:endParaRPr kumimoji="1" lang="en-US" altLang="ja-JP" sz="2000" dirty="0" smtClean="0">
              <a:latin typeface="BIZ UDゴシック" panose="020B0400000000000000" pitchFamily="49" charset="-128"/>
              <a:ea typeface="BIZ UDゴシック" panose="020B0400000000000000" pitchFamily="49" charset="-128"/>
            </a:endParaRPr>
          </a:p>
          <a:p>
            <a:r>
              <a:rPr kumimoji="1" lang="ja-JP" altLang="en-US" sz="2000" dirty="0" smtClean="0">
                <a:latin typeface="BIZ UDゴシック" panose="020B0400000000000000" pitchFamily="49" charset="-128"/>
                <a:ea typeface="BIZ UDゴシック" panose="020B0400000000000000" pitchFamily="49" charset="-128"/>
              </a:rPr>
              <a:t>ステージ専用の</a:t>
            </a:r>
            <a:r>
              <a:rPr kumimoji="1" lang="en-US" altLang="ja-JP" sz="2000" dirty="0" err="1" smtClean="0">
                <a:latin typeface="BIZ UDゴシック" panose="020B0400000000000000" pitchFamily="49" charset="-128"/>
                <a:ea typeface="BIZ UDゴシック" panose="020B0400000000000000" pitchFamily="49" charset="-128"/>
              </a:rPr>
              <a:t>Json</a:t>
            </a:r>
            <a:r>
              <a:rPr kumimoji="1" lang="ja-JP" altLang="en-US" sz="2000" dirty="0" smtClean="0">
                <a:latin typeface="BIZ UDゴシック" panose="020B0400000000000000" pitchFamily="49" charset="-128"/>
                <a:ea typeface="BIZ UDゴシック" panose="020B0400000000000000" pitchFamily="49" charset="-128"/>
              </a:rPr>
              <a:t>読み込みクラスを使用しており、プレイヤーや敵など他要素への拡張が乏しい設計となっていました。</a:t>
            </a:r>
            <a:endParaRPr kumimoji="1" lang="en-US" altLang="ja-JP" sz="2000" dirty="0" smtClean="0">
              <a:latin typeface="BIZ UDゴシック" panose="020B0400000000000000" pitchFamily="49" charset="-128"/>
              <a:ea typeface="BIZ UDゴシック" panose="020B0400000000000000" pitchFamily="49" charset="-128"/>
            </a:endParaRPr>
          </a:p>
          <a:p>
            <a:r>
              <a:rPr kumimoji="1" lang="ja-JP" altLang="en-US" sz="2000" dirty="0">
                <a:latin typeface="BIZ UDゴシック" panose="020B0400000000000000" pitchFamily="49" charset="-128"/>
                <a:ea typeface="BIZ UDゴシック" panose="020B0400000000000000" pitchFamily="49" charset="-128"/>
              </a:rPr>
              <a:t>本作で</a:t>
            </a:r>
            <a:r>
              <a:rPr kumimoji="1" lang="ja-JP" altLang="en-US" sz="2000" dirty="0" smtClean="0">
                <a:latin typeface="BIZ UDゴシック" panose="020B0400000000000000" pitchFamily="49" charset="-128"/>
                <a:ea typeface="BIZ UDゴシック" panose="020B0400000000000000" pitchFamily="49" charset="-128"/>
              </a:rPr>
              <a:t>はその反省を踏まえ、</a:t>
            </a:r>
            <a:r>
              <a:rPr kumimoji="1" lang="en-US" altLang="ja-JP" sz="2000" dirty="0" err="1" smtClean="0">
                <a:latin typeface="BIZ UDゴシック" panose="020B0400000000000000" pitchFamily="49" charset="-128"/>
                <a:ea typeface="BIZ UDゴシック" panose="020B0400000000000000" pitchFamily="49" charset="-128"/>
              </a:rPr>
              <a:t>JsonManager</a:t>
            </a:r>
            <a:r>
              <a:rPr kumimoji="1" lang="ja-JP" altLang="en-US" sz="2000" dirty="0" smtClean="0">
                <a:latin typeface="BIZ UDゴシック" panose="020B0400000000000000" pitchFamily="49" charset="-128"/>
                <a:ea typeface="BIZ UDゴシック" panose="020B0400000000000000" pitchFamily="49" charset="-128"/>
              </a:rPr>
              <a:t>クラスを新たに設計し、プレイヤー、敵、ステージなどのデータをシーン単位で管理する構成にしました。</a:t>
            </a:r>
            <a:endParaRPr kumimoji="1" lang="ja-JP" altLang="en-US" sz="2000" dirty="0">
              <a:latin typeface="BIZ UDゴシック" panose="020B0400000000000000" pitchFamily="49" charset="-128"/>
              <a:ea typeface="BIZ UDゴシック" panose="020B0400000000000000" pitchFamily="49" charset="-128"/>
            </a:endParaRPr>
          </a:p>
        </p:txBody>
      </p:sp>
      <p:pic>
        <p:nvPicPr>
          <p:cNvPr id="3" name="図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98045" y="2346344"/>
            <a:ext cx="1538451" cy="1538451"/>
          </a:xfrm>
          <a:prstGeom prst="rect">
            <a:avLst/>
          </a:prstGeom>
        </p:spPr>
      </p:pic>
      <p:sp>
        <p:nvSpPr>
          <p:cNvPr id="13" name="四角形: 角を丸くする 1">
            <a:extLst>
              <a:ext uri="{FF2B5EF4-FFF2-40B4-BE49-F238E27FC236}">
                <a16:creationId xmlns:a16="http://schemas.microsoft.com/office/drawing/2014/main" id="{A2499742-BB5F-4214-72F2-F3A441AD5AA2}"/>
              </a:ext>
            </a:extLst>
          </p:cNvPr>
          <p:cNvSpPr/>
          <p:nvPr/>
        </p:nvSpPr>
        <p:spPr>
          <a:xfrm>
            <a:off x="4499992" y="1709842"/>
            <a:ext cx="4536504" cy="701482"/>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en-US" altLang="ja-JP" sz="2000" dirty="0" err="1" smtClean="0">
                <a:solidFill>
                  <a:schemeClr val="tx2"/>
                </a:solidFill>
                <a:latin typeface="HGSｺﾞｼｯｸE" panose="020B0900000000000000" pitchFamily="50" charset="-128"/>
                <a:ea typeface="HGSｺﾞｼｯｸE" panose="020B0900000000000000" pitchFamily="50" charset="-128"/>
              </a:rPr>
              <a:t>StageObjectLibrary</a:t>
            </a:r>
            <a:endParaRPr kumimoji="1" lang="en-US" altLang="ja-JP" sz="2000" dirty="0" smtClean="0">
              <a:solidFill>
                <a:schemeClr val="tx2"/>
              </a:solidFill>
              <a:latin typeface="HGSｺﾞｼｯｸE" panose="020B0900000000000000" pitchFamily="50" charset="-128"/>
              <a:ea typeface="HGSｺﾞｼｯｸE" panose="020B0900000000000000" pitchFamily="50" charset="-128"/>
            </a:endParaRPr>
          </a:p>
          <a:p>
            <a:pPr algn="ctr"/>
            <a:r>
              <a:rPr kumimoji="1" lang="en-US" altLang="ja-JP" sz="2000" dirty="0" smtClean="0">
                <a:solidFill>
                  <a:schemeClr val="tx2"/>
                </a:solidFill>
                <a:latin typeface="HGSｺﾞｼｯｸE" panose="020B0900000000000000" pitchFamily="50" charset="-128"/>
                <a:ea typeface="HGSｺﾞｼｯｸE" panose="020B0900000000000000" pitchFamily="50" charset="-128"/>
              </a:rPr>
              <a:t>(</a:t>
            </a:r>
            <a:r>
              <a:rPr kumimoji="1" lang="ja-JP" altLang="en-US" sz="2000" dirty="0" smtClean="0">
                <a:solidFill>
                  <a:schemeClr val="tx2"/>
                </a:solidFill>
                <a:latin typeface="HGSｺﾞｼｯｸE" panose="020B0900000000000000" pitchFamily="50" charset="-128"/>
                <a:ea typeface="HGSｺﾞｼｯｸE" panose="020B0900000000000000" pitchFamily="50" charset="-128"/>
              </a:rPr>
              <a:t>ステージ専用の</a:t>
            </a:r>
            <a:r>
              <a:rPr kumimoji="1" lang="en-US" altLang="ja-JP" sz="2000" dirty="0" err="1" smtClean="0">
                <a:solidFill>
                  <a:schemeClr val="tx2"/>
                </a:solidFill>
                <a:latin typeface="HGSｺﾞｼｯｸE" panose="020B0900000000000000" pitchFamily="50" charset="-128"/>
                <a:ea typeface="HGSｺﾞｼｯｸE" panose="020B0900000000000000" pitchFamily="50" charset="-128"/>
              </a:rPr>
              <a:t>Json</a:t>
            </a:r>
            <a:r>
              <a:rPr kumimoji="1" lang="ja-JP" altLang="en-US" sz="2000" dirty="0" smtClean="0">
                <a:solidFill>
                  <a:schemeClr val="tx2"/>
                </a:solidFill>
                <a:latin typeface="HGSｺﾞｼｯｸE" panose="020B0900000000000000" pitchFamily="50" charset="-128"/>
                <a:ea typeface="HGSｺﾞｼｯｸE" panose="020B0900000000000000" pitchFamily="50" charset="-128"/>
              </a:rPr>
              <a:t>読み込みクラス</a:t>
            </a:r>
            <a:r>
              <a:rPr kumimoji="1" lang="en-US" altLang="ja-JP" sz="2000" dirty="0" smtClean="0">
                <a:solidFill>
                  <a:schemeClr val="tx2"/>
                </a:solidFill>
                <a:latin typeface="HGSｺﾞｼｯｸE" panose="020B0900000000000000" pitchFamily="50" charset="-128"/>
                <a:ea typeface="HGSｺﾞｼｯｸE" panose="020B0900000000000000" pitchFamily="50" charset="-128"/>
              </a:rPr>
              <a:t>)</a:t>
            </a: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6" name="角丸四角形吹き出し 5"/>
          <p:cNvSpPr/>
          <p:nvPr/>
        </p:nvSpPr>
        <p:spPr>
          <a:xfrm>
            <a:off x="4758923" y="2663790"/>
            <a:ext cx="2638013" cy="864096"/>
          </a:xfrm>
          <a:prstGeom prst="wedgeRoundRectCallout">
            <a:avLst>
              <a:gd name="adj1" fmla="val 70879"/>
              <a:gd name="adj2" fmla="val 31415"/>
              <a:gd name="adj3" fmla="val 16667"/>
            </a:avLst>
          </a:prstGeom>
          <a:solidFill>
            <a:schemeClr val="bg1"/>
          </a:solidFill>
          <a:ln w="25400">
            <a:solidFill>
              <a:schemeClr val="accent1"/>
            </a:solidFill>
          </a:ln>
        </p:spPr>
        <p:txBody>
          <a:bodyPr rtlCol="0" anchor="ctr"/>
          <a:lstStyle/>
          <a:p>
            <a:pPr algn="ctr"/>
            <a:r>
              <a:rPr kumimoji="1" lang="ja-JP" altLang="en-US" dirty="0" smtClean="0"/>
              <a:t>ステージの</a:t>
            </a:r>
            <a:r>
              <a:rPr kumimoji="1" lang="en-US" altLang="ja-JP" dirty="0" err="1" smtClean="0"/>
              <a:t>Json</a:t>
            </a:r>
            <a:r>
              <a:rPr kumimoji="1" lang="ja-JP" altLang="en-US" dirty="0" smtClean="0"/>
              <a:t>データしか読み込めない</a:t>
            </a:r>
            <a:r>
              <a:rPr kumimoji="1" lang="ja-JP" altLang="en-US" dirty="0"/>
              <a:t>・・・</a:t>
            </a:r>
          </a:p>
        </p:txBody>
      </p:sp>
      <p:sp>
        <p:nvSpPr>
          <p:cNvPr id="8" name="下矢印 7"/>
          <p:cNvSpPr/>
          <p:nvPr/>
        </p:nvSpPr>
        <p:spPr>
          <a:xfrm>
            <a:off x="6376681" y="3668006"/>
            <a:ext cx="783121" cy="652814"/>
          </a:xfrm>
          <a:prstGeom prst="downArrow">
            <a:avLst>
              <a:gd name="adj1" fmla="val 50000"/>
              <a:gd name="adj2" fmla="val 50000"/>
            </a:avLst>
          </a:prstGeom>
          <a:solidFill>
            <a:srgbClr val="4F81BD"/>
          </a:solidFill>
          <a:ln w="25400">
            <a:solidFill>
              <a:schemeClr val="accent1"/>
            </a:solidFill>
          </a:ln>
        </p:spPr>
        <p:txBody>
          <a:bodyPr rtlCol="0" anchor="ctr"/>
          <a:lstStyle/>
          <a:p>
            <a:pPr algn="ctr"/>
            <a:endParaRPr kumimoji="1" lang="ja-JP" altLang="en-US"/>
          </a:p>
        </p:txBody>
      </p:sp>
      <p:pic>
        <p:nvPicPr>
          <p:cNvPr id="9" name="図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99296" y="5188821"/>
            <a:ext cx="1537200" cy="1537200"/>
          </a:xfrm>
          <a:prstGeom prst="rect">
            <a:avLst/>
          </a:prstGeom>
        </p:spPr>
      </p:pic>
      <p:sp>
        <p:nvSpPr>
          <p:cNvPr id="19" name="四角形: 角を丸くする 1">
            <a:extLst>
              <a:ext uri="{FF2B5EF4-FFF2-40B4-BE49-F238E27FC236}">
                <a16:creationId xmlns:a16="http://schemas.microsoft.com/office/drawing/2014/main" id="{A2499742-BB5F-4214-72F2-F3A441AD5AA2}"/>
              </a:ext>
            </a:extLst>
          </p:cNvPr>
          <p:cNvSpPr/>
          <p:nvPr/>
        </p:nvSpPr>
        <p:spPr>
          <a:xfrm>
            <a:off x="4693153" y="4493466"/>
            <a:ext cx="4121507" cy="701482"/>
          </a:xfrm>
          <a:prstGeom prst="roundRect">
            <a:avLst/>
          </a:prstGeom>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en-US" altLang="ja-JP" sz="2000" dirty="0" err="1" smtClean="0">
                <a:solidFill>
                  <a:schemeClr val="accent6">
                    <a:lumMod val="50000"/>
                  </a:schemeClr>
                </a:solidFill>
                <a:latin typeface="HGSｺﾞｼｯｸE" panose="020B0900000000000000" pitchFamily="50" charset="-128"/>
                <a:ea typeface="HGSｺﾞｼｯｸE" panose="020B0900000000000000" pitchFamily="50" charset="-128"/>
              </a:rPr>
              <a:t>JsonManager</a:t>
            </a:r>
            <a:r>
              <a:rPr kumimoji="1" lang="en-US" altLang="ja-JP" sz="2000" dirty="0" smtClean="0">
                <a:solidFill>
                  <a:schemeClr val="accent6">
                    <a:lumMod val="50000"/>
                  </a:schemeClr>
                </a:solidFill>
                <a:latin typeface="HGSｺﾞｼｯｸE" panose="020B0900000000000000" pitchFamily="50" charset="-128"/>
                <a:ea typeface="HGSｺﾞｼｯｸE" panose="020B0900000000000000" pitchFamily="50" charset="-128"/>
              </a:rPr>
              <a:t>(</a:t>
            </a:r>
            <a:r>
              <a:rPr kumimoji="1" lang="ja-JP" altLang="en-US" sz="2000" dirty="0" smtClean="0">
                <a:solidFill>
                  <a:schemeClr val="accent6">
                    <a:lumMod val="50000"/>
                  </a:schemeClr>
                </a:solidFill>
                <a:latin typeface="HGSｺﾞｼｯｸE" panose="020B0900000000000000" pitchFamily="50" charset="-128"/>
                <a:ea typeface="HGSｺﾞｼｯｸE" panose="020B0900000000000000" pitchFamily="50" charset="-128"/>
              </a:rPr>
              <a:t>シングルトン</a:t>
            </a:r>
            <a:r>
              <a:rPr kumimoji="1" lang="en-US" altLang="ja-JP" sz="2000" dirty="0" smtClean="0">
                <a:solidFill>
                  <a:schemeClr val="accent6">
                    <a:lumMod val="50000"/>
                  </a:schemeClr>
                </a:solidFill>
                <a:latin typeface="HGSｺﾞｼｯｸE" panose="020B0900000000000000" pitchFamily="50" charset="-128"/>
                <a:ea typeface="HGSｺﾞｼｯｸE" panose="020B0900000000000000" pitchFamily="50" charset="-128"/>
              </a:rPr>
              <a:t>)</a:t>
            </a:r>
          </a:p>
          <a:p>
            <a:pPr algn="ctr"/>
            <a:r>
              <a:rPr kumimoji="1" lang="en-US" altLang="ja-JP" sz="2000" dirty="0" smtClean="0">
                <a:solidFill>
                  <a:schemeClr val="accent6">
                    <a:lumMod val="50000"/>
                  </a:schemeClr>
                </a:solidFill>
                <a:latin typeface="HGSｺﾞｼｯｸE" panose="020B0900000000000000" pitchFamily="50" charset="-128"/>
                <a:ea typeface="HGSｺﾞｼｯｸE" panose="020B0900000000000000" pitchFamily="50" charset="-128"/>
              </a:rPr>
              <a:t>(</a:t>
            </a:r>
            <a:r>
              <a:rPr kumimoji="1" lang="en-US" altLang="ja-JP" sz="2000" dirty="0" err="1" smtClean="0">
                <a:solidFill>
                  <a:schemeClr val="accent6">
                    <a:lumMod val="50000"/>
                  </a:schemeClr>
                </a:solidFill>
                <a:latin typeface="HGSｺﾞｼｯｸE" panose="020B0900000000000000" pitchFamily="50" charset="-128"/>
                <a:ea typeface="HGSｺﾞｼｯｸE" panose="020B0900000000000000" pitchFamily="50" charset="-128"/>
              </a:rPr>
              <a:t>Json</a:t>
            </a:r>
            <a:r>
              <a:rPr kumimoji="1" lang="ja-JP" altLang="en-US" sz="2000" dirty="0" smtClean="0">
                <a:solidFill>
                  <a:schemeClr val="accent6">
                    <a:lumMod val="50000"/>
                  </a:schemeClr>
                </a:solidFill>
                <a:latin typeface="HGSｺﾞｼｯｸE" panose="020B0900000000000000" pitchFamily="50" charset="-128"/>
                <a:ea typeface="HGSｺﾞｼｯｸE" panose="020B0900000000000000" pitchFamily="50" charset="-128"/>
              </a:rPr>
              <a:t>を読み込んでデータを保持</a:t>
            </a:r>
            <a:r>
              <a:rPr kumimoji="1" lang="en-US" altLang="ja-JP" sz="2000" dirty="0" smtClean="0">
                <a:solidFill>
                  <a:schemeClr val="accent6">
                    <a:lumMod val="50000"/>
                  </a:schemeClr>
                </a:solidFill>
                <a:latin typeface="HGSｺﾞｼｯｸE" panose="020B0900000000000000" pitchFamily="50" charset="-128"/>
                <a:ea typeface="HGSｺﾞｼｯｸE" panose="020B0900000000000000" pitchFamily="50" charset="-128"/>
              </a:rPr>
              <a:t>)</a:t>
            </a:r>
            <a:endParaRPr kumimoji="1" lang="ja-JP" altLang="en-US" sz="2000" dirty="0">
              <a:solidFill>
                <a:schemeClr val="accent6">
                  <a:lumMod val="50000"/>
                </a:schemeClr>
              </a:solidFill>
              <a:latin typeface="HGSｺﾞｼｯｸE" panose="020B0900000000000000" pitchFamily="50" charset="-128"/>
              <a:ea typeface="HGSｺﾞｼｯｸE" panose="020B0900000000000000" pitchFamily="50" charset="-128"/>
            </a:endParaRPr>
          </a:p>
        </p:txBody>
      </p:sp>
      <p:sp>
        <p:nvSpPr>
          <p:cNvPr id="20" name="角丸四角形吹き出し 19"/>
          <p:cNvSpPr/>
          <p:nvPr/>
        </p:nvSpPr>
        <p:spPr>
          <a:xfrm>
            <a:off x="4572001" y="5538866"/>
            <a:ext cx="2808312" cy="864096"/>
          </a:xfrm>
          <a:prstGeom prst="wedgeRoundRectCallout">
            <a:avLst>
              <a:gd name="adj1" fmla="val 70879"/>
              <a:gd name="adj2" fmla="val 31415"/>
              <a:gd name="adj3" fmla="val 16667"/>
            </a:avLst>
          </a:prstGeom>
          <a:solidFill>
            <a:schemeClr val="bg1"/>
          </a:solidFill>
          <a:ln w="25400">
            <a:solidFill>
              <a:schemeClr val="accent1"/>
            </a:solidFill>
          </a:ln>
        </p:spPr>
        <p:txBody>
          <a:bodyPr rtlCol="0" anchor="ctr"/>
          <a:lstStyle/>
          <a:p>
            <a:pPr algn="ctr"/>
            <a:r>
              <a:rPr kumimoji="1" lang="ja-JP" altLang="en-US" dirty="0" smtClean="0"/>
              <a:t>プレイヤーや敵のデータを読み込める！</a:t>
            </a:r>
            <a:endParaRPr kumimoji="1" lang="ja-JP" altLang="en-US" dirty="0"/>
          </a:p>
        </p:txBody>
      </p:sp>
    </p:spTree>
    <p:extLst>
      <p:ext uri="{BB962C8B-B14F-4D97-AF65-F5344CB8AC3E}">
        <p14:creationId xmlns:p14="http://schemas.microsoft.com/office/powerpoint/2010/main" val="150751573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正方形/長方形 17">
            <a:extLst>
              <a:ext uri="{FF2B5EF4-FFF2-40B4-BE49-F238E27FC236}">
                <a16:creationId xmlns:a16="http://schemas.microsoft.com/office/drawing/2014/main" id="{D898177D-B7D8-1810-7582-359EA06B654C}"/>
              </a:ext>
            </a:extLst>
          </p:cNvPr>
          <p:cNvSpPr/>
          <p:nvPr/>
        </p:nvSpPr>
        <p:spPr>
          <a:xfrm>
            <a:off x="-1" y="-99392"/>
            <a:ext cx="9276047" cy="6964208"/>
          </a:xfrm>
          <a:prstGeom prst="rect">
            <a:avLst/>
          </a:prstGeom>
          <a:solidFill>
            <a:schemeClr val="bg1">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2" name="四角形: 角を丸くする 1">
            <a:extLst>
              <a:ext uri="{FF2B5EF4-FFF2-40B4-BE49-F238E27FC236}">
                <a16:creationId xmlns:a16="http://schemas.microsoft.com/office/drawing/2014/main" id="{A2499742-BB5F-4214-72F2-F3A441AD5AA2}"/>
              </a:ext>
            </a:extLst>
          </p:cNvPr>
          <p:cNvSpPr/>
          <p:nvPr/>
        </p:nvSpPr>
        <p:spPr>
          <a:xfrm>
            <a:off x="1979712" y="126534"/>
            <a:ext cx="5400600" cy="707886"/>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22" name="スライド番号プレースホルダー 1">
            <a:extLst>
              <a:ext uri="{FF2B5EF4-FFF2-40B4-BE49-F238E27FC236}">
                <a16:creationId xmlns:a16="http://schemas.microsoft.com/office/drawing/2014/main" id="{A9CAB982-92C2-CFFE-0891-36DCD7E79E57}"/>
              </a:ext>
            </a:extLst>
          </p:cNvPr>
          <p:cNvSpPr txBox="1">
            <a:spLocks/>
          </p:cNvSpPr>
          <p:nvPr/>
        </p:nvSpPr>
        <p:spPr>
          <a:xfrm>
            <a:off x="0" y="6499691"/>
            <a:ext cx="51263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FE8D982-16E6-404B-AAA5-09818BE20C55}" type="slidenum">
              <a:rPr kumimoji="1" lang="ja-JP" altLang="en-US" smtClean="0">
                <a:solidFill>
                  <a:schemeClr val="bg1"/>
                </a:solidFill>
              </a:rPr>
              <a:pPr/>
              <a:t>4</a:t>
            </a:fld>
            <a:endParaRPr kumimoji="1" lang="ja-JP" altLang="en-US" dirty="0">
              <a:solidFill>
                <a:schemeClr val="bg1"/>
              </a:solidFill>
            </a:endParaRPr>
          </a:p>
        </p:txBody>
      </p:sp>
      <p:sp>
        <p:nvSpPr>
          <p:cNvPr id="12" name="テキスト ボックス 11">
            <a:extLst>
              <a:ext uri="{FF2B5EF4-FFF2-40B4-BE49-F238E27FC236}">
                <a16:creationId xmlns:a16="http://schemas.microsoft.com/office/drawing/2014/main" id="{1EE8EDC0-1F86-C819-5EDC-67664E65227A}"/>
              </a:ext>
            </a:extLst>
          </p:cNvPr>
          <p:cNvSpPr txBox="1"/>
          <p:nvPr/>
        </p:nvSpPr>
        <p:spPr>
          <a:xfrm>
            <a:off x="1043608" y="254911"/>
            <a:ext cx="7299091" cy="461665"/>
          </a:xfrm>
          <a:prstGeom prst="rect">
            <a:avLst/>
          </a:prstGeom>
          <a:noFill/>
        </p:spPr>
        <p:txBody>
          <a:bodyPr wrap="square" rtlCol="0">
            <a:spAutoFit/>
          </a:bodyPr>
          <a:lstStyle/>
          <a:p>
            <a:pPr algn="ctr"/>
            <a:r>
              <a:rPr kumimoji="1" lang="en-US" altLang="ja-JP" sz="2400" u="sng" dirty="0">
                <a:solidFill>
                  <a:schemeClr val="tx2">
                    <a:lumMod val="75000"/>
                  </a:schemeClr>
                </a:solidFill>
              </a:rPr>
              <a:t>Json</a:t>
            </a:r>
            <a:r>
              <a:rPr kumimoji="1" lang="ja-JP" altLang="en-US" sz="2400" u="sng" dirty="0">
                <a:solidFill>
                  <a:schemeClr val="tx2">
                    <a:lumMod val="75000"/>
                  </a:schemeClr>
                </a:solidFill>
              </a:rPr>
              <a:t>を使用した外部データ</a:t>
            </a:r>
            <a:r>
              <a:rPr kumimoji="1" lang="ja-JP" altLang="en-US" sz="2400" u="sng" dirty="0" smtClean="0">
                <a:solidFill>
                  <a:schemeClr val="tx2">
                    <a:lumMod val="75000"/>
                  </a:schemeClr>
                </a:solidFill>
              </a:rPr>
              <a:t>読み込み</a:t>
            </a:r>
            <a:endParaRPr kumimoji="1" lang="ja-JP" altLang="en-US" sz="2400" u="sng" dirty="0">
              <a:solidFill>
                <a:schemeClr val="tx2">
                  <a:lumMod val="75000"/>
                </a:schemeClr>
              </a:solidFill>
            </a:endParaRPr>
          </a:p>
        </p:txBody>
      </p:sp>
      <p:pic>
        <p:nvPicPr>
          <p:cNvPr id="4" name="図 3"/>
          <p:cNvPicPr>
            <a:picLocks noChangeAspect="1"/>
          </p:cNvPicPr>
          <p:nvPr/>
        </p:nvPicPr>
        <p:blipFill rotWithShape="1">
          <a:blip r:embed="rId3"/>
          <a:srcRect t="17117" b="102"/>
          <a:stretch/>
        </p:blipFill>
        <p:spPr>
          <a:xfrm>
            <a:off x="4572000" y="1686632"/>
            <a:ext cx="4372148" cy="1741181"/>
          </a:xfrm>
          <a:prstGeom prst="rect">
            <a:avLst/>
          </a:prstGeom>
        </p:spPr>
      </p:pic>
      <p:sp>
        <p:nvSpPr>
          <p:cNvPr id="15" name="四角形: 角を丸くする 1">
            <a:extLst>
              <a:ext uri="{FF2B5EF4-FFF2-40B4-BE49-F238E27FC236}">
                <a16:creationId xmlns:a16="http://schemas.microsoft.com/office/drawing/2014/main" id="{A2499742-BB5F-4214-72F2-F3A441AD5AA2}"/>
              </a:ext>
            </a:extLst>
          </p:cNvPr>
          <p:cNvSpPr/>
          <p:nvPr/>
        </p:nvSpPr>
        <p:spPr>
          <a:xfrm>
            <a:off x="4489822" y="909785"/>
            <a:ext cx="4536504" cy="701482"/>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sz="2000" dirty="0" smtClean="0">
                <a:solidFill>
                  <a:schemeClr val="tx2"/>
                </a:solidFill>
                <a:latin typeface="HGSｺﾞｼｯｸE" panose="020B0900000000000000" pitchFamily="50" charset="-128"/>
                <a:ea typeface="HGSｺﾞｼｯｸE" panose="020B0900000000000000" pitchFamily="50" charset="-128"/>
              </a:rPr>
              <a:t>ゲームやタイトルなどのシーンごとに合わせて必要なデータを登録</a:t>
            </a: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pic>
        <p:nvPicPr>
          <p:cNvPr id="7" name="図 6"/>
          <p:cNvPicPr>
            <a:picLocks noChangeAspect="1"/>
          </p:cNvPicPr>
          <p:nvPr/>
        </p:nvPicPr>
        <p:blipFill>
          <a:blip r:embed="rId4"/>
          <a:stretch>
            <a:fillRect/>
          </a:stretch>
        </p:blipFill>
        <p:spPr>
          <a:xfrm>
            <a:off x="4572000" y="4422398"/>
            <a:ext cx="4372148" cy="2352554"/>
          </a:xfrm>
          <a:prstGeom prst="rect">
            <a:avLst/>
          </a:prstGeom>
        </p:spPr>
      </p:pic>
      <p:sp>
        <p:nvSpPr>
          <p:cNvPr id="17" name="四角形: 角を丸くする 1">
            <a:extLst>
              <a:ext uri="{FF2B5EF4-FFF2-40B4-BE49-F238E27FC236}">
                <a16:creationId xmlns:a16="http://schemas.microsoft.com/office/drawing/2014/main" id="{A2499742-BB5F-4214-72F2-F3A441AD5AA2}"/>
              </a:ext>
            </a:extLst>
          </p:cNvPr>
          <p:cNvSpPr/>
          <p:nvPr/>
        </p:nvSpPr>
        <p:spPr>
          <a:xfrm>
            <a:off x="4489822" y="3645024"/>
            <a:ext cx="4536504" cy="701482"/>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en-US" altLang="ja-JP" sz="2000" dirty="0" err="1" smtClean="0">
                <a:solidFill>
                  <a:schemeClr val="tx2"/>
                </a:solidFill>
                <a:latin typeface="HGSｺﾞｼｯｸE" panose="020B0900000000000000" pitchFamily="50" charset="-128"/>
                <a:ea typeface="HGSｺﾞｼｯｸE" panose="020B0900000000000000" pitchFamily="50" charset="-128"/>
              </a:rPr>
              <a:t>JsonManager</a:t>
            </a:r>
            <a:r>
              <a:rPr kumimoji="1" lang="ja-JP" altLang="en-US" sz="2000" dirty="0" smtClean="0">
                <a:solidFill>
                  <a:schemeClr val="tx2"/>
                </a:solidFill>
                <a:latin typeface="HGSｺﾞｼｯｸE" panose="020B0900000000000000" pitchFamily="50" charset="-128"/>
                <a:ea typeface="HGSｺﾞｼｯｸE" panose="020B0900000000000000" pitchFamily="50" charset="-128"/>
              </a:rPr>
              <a:t>はシングルトンなので必要な時にデータを呼び出す</a:t>
            </a: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24" name="四角形: 角を丸くする 1">
            <a:extLst>
              <a:ext uri="{FF2B5EF4-FFF2-40B4-BE49-F238E27FC236}">
                <a16:creationId xmlns:a16="http://schemas.microsoft.com/office/drawing/2014/main" id="{A2499742-BB5F-4214-72F2-F3A441AD5AA2}"/>
              </a:ext>
            </a:extLst>
          </p:cNvPr>
          <p:cNvSpPr/>
          <p:nvPr/>
        </p:nvSpPr>
        <p:spPr>
          <a:xfrm>
            <a:off x="256319" y="4130479"/>
            <a:ext cx="4104456" cy="2178841"/>
          </a:xfrm>
          <a:prstGeom prst="round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sz="2000" dirty="0" smtClean="0">
                <a:solidFill>
                  <a:schemeClr val="tx1"/>
                </a:solidFill>
                <a:latin typeface="BIZ UDゴシック" panose="020B0400000000000000" pitchFamily="49" charset="-128"/>
                <a:ea typeface="BIZ UDゴシック" panose="020B0400000000000000" pitchFamily="49" charset="-128"/>
              </a:rPr>
              <a:t>列挙型を使用し、データを種類ごとに登録することで簡単にデータを取得することができ、シングルトンパターンを用いているので必要な時に簡単に取得することができます！</a:t>
            </a:r>
            <a:endParaRPr kumimoji="1" lang="ja-JP" altLang="en-US" sz="2000" dirty="0">
              <a:solidFill>
                <a:schemeClr val="tx1"/>
              </a:solidFill>
              <a:latin typeface="BIZ UDゴシック" panose="020B0400000000000000" pitchFamily="49" charset="-128"/>
              <a:ea typeface="BIZ UDゴシック" panose="020B0400000000000000" pitchFamily="49" charset="-128"/>
            </a:endParaRPr>
          </a:p>
        </p:txBody>
      </p:sp>
      <p:pic>
        <p:nvPicPr>
          <p:cNvPr id="10" name="図 9"/>
          <p:cNvPicPr>
            <a:picLocks noChangeAspect="1"/>
          </p:cNvPicPr>
          <p:nvPr/>
        </p:nvPicPr>
        <p:blipFill rotWithShape="1">
          <a:blip r:embed="rId5"/>
          <a:srcRect t="1654" b="-1"/>
          <a:stretch/>
        </p:blipFill>
        <p:spPr>
          <a:xfrm>
            <a:off x="683568" y="1587380"/>
            <a:ext cx="3168352" cy="2234686"/>
          </a:xfrm>
          <a:prstGeom prst="rect">
            <a:avLst/>
          </a:prstGeom>
        </p:spPr>
      </p:pic>
      <p:sp>
        <p:nvSpPr>
          <p:cNvPr id="25" name="四角形: 角を丸くする 1">
            <a:extLst>
              <a:ext uri="{FF2B5EF4-FFF2-40B4-BE49-F238E27FC236}">
                <a16:creationId xmlns:a16="http://schemas.microsoft.com/office/drawing/2014/main" id="{A2499742-BB5F-4214-72F2-F3A441AD5AA2}"/>
              </a:ext>
            </a:extLst>
          </p:cNvPr>
          <p:cNvSpPr/>
          <p:nvPr/>
        </p:nvSpPr>
        <p:spPr>
          <a:xfrm>
            <a:off x="1377528" y="1008443"/>
            <a:ext cx="1862038" cy="504166"/>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en-US" altLang="ja-JP" sz="2000" dirty="0" err="1" smtClean="0">
                <a:solidFill>
                  <a:schemeClr val="tx2"/>
                </a:solidFill>
                <a:latin typeface="HGSｺﾞｼｯｸE" panose="020B0900000000000000" pitchFamily="50" charset="-128"/>
                <a:ea typeface="HGSｺﾞｼｯｸE" panose="020B0900000000000000" pitchFamily="50" charset="-128"/>
              </a:rPr>
              <a:t>Json</a:t>
            </a:r>
            <a:r>
              <a:rPr kumimoji="1" lang="ja-JP" altLang="en-US" sz="2000" dirty="0" smtClean="0">
                <a:solidFill>
                  <a:schemeClr val="tx2"/>
                </a:solidFill>
                <a:latin typeface="HGSｺﾞｼｯｸE" panose="020B0900000000000000" pitchFamily="50" charset="-128"/>
                <a:ea typeface="HGSｺﾞｼｯｸE" panose="020B0900000000000000" pitchFamily="50" charset="-128"/>
              </a:rPr>
              <a:t>データ</a:t>
            </a: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14" name="右矢印 13"/>
          <p:cNvSpPr/>
          <p:nvPr/>
        </p:nvSpPr>
        <p:spPr>
          <a:xfrm>
            <a:off x="3937268" y="2307929"/>
            <a:ext cx="576064" cy="648072"/>
          </a:xfrm>
          <a:prstGeom prst="rightArrow">
            <a:avLst/>
          </a:prstGeom>
          <a:solidFill>
            <a:srgbClr val="4F81BD"/>
          </a:solidFill>
          <a:ln w="25400">
            <a:solidFill>
              <a:schemeClr val="accent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6" name="下矢印 15"/>
          <p:cNvSpPr/>
          <p:nvPr/>
        </p:nvSpPr>
        <p:spPr>
          <a:xfrm>
            <a:off x="6326026" y="3262361"/>
            <a:ext cx="864096" cy="481633"/>
          </a:xfrm>
          <a:prstGeom prst="downArrow">
            <a:avLst/>
          </a:prstGeom>
          <a:solidFill>
            <a:srgbClr val="4F81BD"/>
          </a:solidFill>
          <a:ln w="25400">
            <a:solidFill>
              <a:schemeClr val="accent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Tree>
    <p:extLst>
      <p:ext uri="{BB962C8B-B14F-4D97-AF65-F5344CB8AC3E}">
        <p14:creationId xmlns:p14="http://schemas.microsoft.com/office/powerpoint/2010/main" val="18586630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34E4B-CB2A-936D-24F0-0873A8FBB40C}"/>
            </a:ext>
          </a:extLst>
        </p:cNvPr>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D898177D-B7D8-1810-7582-359EA06B654C}"/>
              </a:ext>
            </a:extLst>
          </p:cNvPr>
          <p:cNvSpPr/>
          <p:nvPr/>
        </p:nvSpPr>
        <p:spPr>
          <a:xfrm>
            <a:off x="-48481" y="741284"/>
            <a:ext cx="9324528" cy="6123532"/>
          </a:xfrm>
          <a:prstGeom prst="rect">
            <a:avLst/>
          </a:prstGeom>
          <a:solidFill>
            <a:schemeClr val="bg1">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2" name="四角形: 角を丸くする 1">
            <a:extLst>
              <a:ext uri="{FF2B5EF4-FFF2-40B4-BE49-F238E27FC236}">
                <a16:creationId xmlns:a16="http://schemas.microsoft.com/office/drawing/2014/main" id="{A53C9426-647B-269A-56CE-6122CDA31965}"/>
              </a:ext>
            </a:extLst>
          </p:cNvPr>
          <p:cNvSpPr/>
          <p:nvPr/>
        </p:nvSpPr>
        <p:spPr>
          <a:xfrm>
            <a:off x="1979712" y="826722"/>
            <a:ext cx="5400600" cy="707886"/>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22" name="スライド番号プレースホルダー 1">
            <a:extLst>
              <a:ext uri="{FF2B5EF4-FFF2-40B4-BE49-F238E27FC236}">
                <a16:creationId xmlns:a16="http://schemas.microsoft.com/office/drawing/2014/main" id="{1FD3A603-9747-8A1B-1DA1-321E2CFDDD9F}"/>
              </a:ext>
            </a:extLst>
          </p:cNvPr>
          <p:cNvSpPr txBox="1">
            <a:spLocks/>
          </p:cNvSpPr>
          <p:nvPr/>
        </p:nvSpPr>
        <p:spPr>
          <a:xfrm>
            <a:off x="0" y="6499691"/>
            <a:ext cx="51263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FE8D982-16E6-404B-AAA5-09818BE20C55}" type="slidenum">
              <a:rPr kumimoji="1" lang="ja-JP" altLang="en-US" smtClean="0">
                <a:solidFill>
                  <a:schemeClr val="bg1"/>
                </a:solidFill>
              </a:rPr>
              <a:pPr/>
              <a:t>5</a:t>
            </a:fld>
            <a:endParaRPr kumimoji="1" lang="ja-JP" altLang="en-US" dirty="0">
              <a:solidFill>
                <a:schemeClr val="bg1"/>
              </a:solidFill>
            </a:endParaRPr>
          </a:p>
        </p:txBody>
      </p:sp>
      <p:sp>
        <p:nvSpPr>
          <p:cNvPr id="5" name="Rectangle 1">
            <a:extLst>
              <a:ext uri="{FF2B5EF4-FFF2-40B4-BE49-F238E27FC236}">
                <a16:creationId xmlns:a16="http://schemas.microsoft.com/office/drawing/2014/main" id="{BC8736F5-EB2C-1C26-AC50-385A047F3D77}"/>
              </a:ext>
            </a:extLst>
          </p:cNvPr>
          <p:cNvSpPr>
            <a:spLocks noChangeArrowheads="1"/>
          </p:cNvSpPr>
          <p:nvPr/>
        </p:nvSpPr>
        <p:spPr bwMode="auto">
          <a:xfrm>
            <a:off x="256319" y="33398"/>
            <a:ext cx="9005208" cy="707886"/>
          </a:xfrm>
          <a:prstGeom prst="rect">
            <a:avLst/>
          </a:prstGeom>
          <a:solidFill>
            <a:schemeClr val="bg1"/>
          </a:solidFill>
          <a:ln w="19050">
            <a:solidFill>
              <a:schemeClr val="accent1">
                <a:lumMod val="75000"/>
              </a:schemeClr>
            </a:solid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en-US" altLang="ja-JP" sz="4000" dirty="0">
                <a:solidFill>
                  <a:schemeClr val="tx2">
                    <a:lumMod val="75000"/>
                  </a:schemeClr>
                </a:solidFill>
              </a:rPr>
              <a:t>		  </a:t>
            </a:r>
            <a:r>
              <a:rPr kumimoji="0" lang="ja-JP" altLang="en-US" sz="4000" dirty="0">
                <a:solidFill>
                  <a:schemeClr val="tx2">
                    <a:lumMod val="75000"/>
                  </a:schemeClr>
                </a:solidFill>
              </a:rPr>
              <a:t>アピールポイント②</a:t>
            </a:r>
            <a:endParaRPr lang="en-US" altLang="ja-JP" sz="4000" dirty="0">
              <a:solidFill>
                <a:schemeClr val="tx2">
                  <a:lumMod val="75000"/>
                </a:schemeClr>
              </a:solidFill>
            </a:endParaRPr>
          </a:p>
        </p:txBody>
      </p:sp>
      <p:sp>
        <p:nvSpPr>
          <p:cNvPr id="12" name="テキスト ボックス 11">
            <a:extLst>
              <a:ext uri="{FF2B5EF4-FFF2-40B4-BE49-F238E27FC236}">
                <a16:creationId xmlns:a16="http://schemas.microsoft.com/office/drawing/2014/main" id="{47FC157F-C657-4D5F-8805-2270253AB331}"/>
              </a:ext>
            </a:extLst>
          </p:cNvPr>
          <p:cNvSpPr txBox="1"/>
          <p:nvPr/>
        </p:nvSpPr>
        <p:spPr>
          <a:xfrm>
            <a:off x="1933988" y="955099"/>
            <a:ext cx="5518332" cy="461665"/>
          </a:xfrm>
          <a:prstGeom prst="rect">
            <a:avLst/>
          </a:prstGeom>
          <a:noFill/>
        </p:spPr>
        <p:txBody>
          <a:bodyPr wrap="square" rtlCol="0">
            <a:spAutoFit/>
          </a:bodyPr>
          <a:lstStyle/>
          <a:p>
            <a:pPr algn="ctr"/>
            <a:r>
              <a:rPr kumimoji="1" lang="ja-JP" altLang="en-US" sz="2400" u="sng" dirty="0">
                <a:solidFill>
                  <a:schemeClr val="tx2">
                    <a:lumMod val="75000"/>
                  </a:schemeClr>
                </a:solidFill>
              </a:rPr>
              <a:t>カメラワークを用いたイベント演出</a:t>
            </a:r>
          </a:p>
        </p:txBody>
      </p:sp>
      <p:sp>
        <p:nvSpPr>
          <p:cNvPr id="32" name="テキスト ボックス 31">
            <a:extLst>
              <a:ext uri="{FF2B5EF4-FFF2-40B4-BE49-F238E27FC236}">
                <a16:creationId xmlns:a16="http://schemas.microsoft.com/office/drawing/2014/main" id="{6212B6CA-BB9B-68F7-6FF1-E848724A9BE5}"/>
              </a:ext>
            </a:extLst>
          </p:cNvPr>
          <p:cNvSpPr txBox="1"/>
          <p:nvPr/>
        </p:nvSpPr>
        <p:spPr>
          <a:xfrm>
            <a:off x="256319" y="2099309"/>
            <a:ext cx="4104456" cy="1938992"/>
          </a:xfrm>
          <a:prstGeom prst="rect">
            <a:avLst/>
          </a:prstGeom>
          <a:noFill/>
        </p:spPr>
        <p:txBody>
          <a:bodyPr wrap="square" rtlCol="0">
            <a:spAutoFit/>
          </a:bodyPr>
          <a:lstStyle/>
          <a:p>
            <a:r>
              <a:rPr kumimoji="1" lang="ja-JP" altLang="en-US" sz="2000" dirty="0">
                <a:latin typeface="BIZ UDゴシック" panose="020B0400000000000000" pitchFamily="49" charset="-128"/>
                <a:ea typeface="BIZ UDゴシック" panose="020B0400000000000000" pitchFamily="49" charset="-128"/>
              </a:rPr>
              <a:t>ゲーム開始前や戦闘前に、</a:t>
            </a:r>
            <a:endParaRPr kumimoji="1" lang="en-US" altLang="ja-JP" sz="2000" dirty="0">
              <a:latin typeface="BIZ UDゴシック" panose="020B0400000000000000" pitchFamily="49" charset="-128"/>
              <a:ea typeface="BIZ UDゴシック" panose="020B0400000000000000" pitchFamily="49" charset="-128"/>
            </a:endParaRPr>
          </a:p>
          <a:p>
            <a:r>
              <a:rPr kumimoji="1" lang="ja-JP" altLang="en-US" sz="2000" dirty="0">
                <a:latin typeface="BIZ UDゴシック" panose="020B0400000000000000" pitchFamily="49" charset="-128"/>
                <a:ea typeface="BIZ UDゴシック" panose="020B0400000000000000" pitchFamily="49" charset="-128"/>
              </a:rPr>
              <a:t>カメラワークを用いたイベント演出処理を実装しました。</a:t>
            </a:r>
            <a:endParaRPr kumimoji="1" lang="en-US" altLang="ja-JP" sz="2000" dirty="0">
              <a:latin typeface="BIZ UDゴシック" panose="020B0400000000000000" pitchFamily="49" charset="-128"/>
              <a:ea typeface="BIZ UDゴシック" panose="020B0400000000000000" pitchFamily="49" charset="-128"/>
            </a:endParaRPr>
          </a:p>
          <a:p>
            <a:r>
              <a:rPr kumimoji="1" lang="ja-JP" altLang="en-US" sz="2000" dirty="0">
                <a:latin typeface="BIZ UDゴシック" panose="020B0400000000000000" pitchFamily="49" charset="-128"/>
                <a:ea typeface="BIZ UDゴシック" panose="020B0400000000000000" pitchFamily="49" charset="-128"/>
              </a:rPr>
              <a:t>ドリーやトラックといった基本的なカメラワークをイージングを使用して実装しました。</a:t>
            </a:r>
          </a:p>
        </p:txBody>
      </p:sp>
      <p:pic>
        <p:nvPicPr>
          <p:cNvPr id="3" name="図 2">
            <a:extLst>
              <a:ext uri="{FF2B5EF4-FFF2-40B4-BE49-F238E27FC236}">
                <a16:creationId xmlns:a16="http://schemas.microsoft.com/office/drawing/2014/main" id="{3B0B1C51-2668-BD4C-A34C-62FDF21C37A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0048"/>
          <a:stretch/>
        </p:blipFill>
        <p:spPr>
          <a:xfrm>
            <a:off x="4985272" y="2197491"/>
            <a:ext cx="3511826" cy="1776908"/>
          </a:xfrm>
          <a:prstGeom prst="rect">
            <a:avLst/>
          </a:prstGeom>
        </p:spPr>
      </p:pic>
      <p:pic>
        <p:nvPicPr>
          <p:cNvPr id="6" name="図 5">
            <a:extLst>
              <a:ext uri="{FF2B5EF4-FFF2-40B4-BE49-F238E27FC236}">
                <a16:creationId xmlns:a16="http://schemas.microsoft.com/office/drawing/2014/main" id="{3AC9DB18-1F62-413D-BCF2-CA2B459940E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9744" r="192"/>
          <a:stretch/>
        </p:blipFill>
        <p:spPr>
          <a:xfrm>
            <a:off x="4985272" y="4896233"/>
            <a:ext cx="3511826" cy="1786363"/>
          </a:xfrm>
          <a:prstGeom prst="rect">
            <a:avLst/>
          </a:prstGeom>
        </p:spPr>
      </p:pic>
      <p:sp>
        <p:nvSpPr>
          <p:cNvPr id="7" name="四角形: 角を丸くする 1">
            <a:extLst>
              <a:ext uri="{FF2B5EF4-FFF2-40B4-BE49-F238E27FC236}">
                <a16:creationId xmlns:a16="http://schemas.microsoft.com/office/drawing/2014/main" id="{EDF72C7E-7A7E-B58D-3E3F-2AE7BF151E5E}"/>
              </a:ext>
            </a:extLst>
          </p:cNvPr>
          <p:cNvSpPr/>
          <p:nvPr/>
        </p:nvSpPr>
        <p:spPr>
          <a:xfrm>
            <a:off x="4472933" y="1638940"/>
            <a:ext cx="4536504" cy="487649"/>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sz="2000" dirty="0">
                <a:solidFill>
                  <a:schemeClr val="tx2"/>
                </a:solidFill>
                <a:latin typeface="HGSｺﾞｼｯｸE" panose="020B0900000000000000" pitchFamily="50" charset="-128"/>
                <a:ea typeface="HGSｺﾞｼｯｸE" panose="020B0900000000000000" pitchFamily="50" charset="-128"/>
              </a:rPr>
              <a:t>ゲーム開始前の起き上がる演出</a:t>
            </a:r>
          </a:p>
        </p:txBody>
      </p:sp>
      <p:sp>
        <p:nvSpPr>
          <p:cNvPr id="8" name="四角形: 角を丸くする 1">
            <a:extLst>
              <a:ext uri="{FF2B5EF4-FFF2-40B4-BE49-F238E27FC236}">
                <a16:creationId xmlns:a16="http://schemas.microsoft.com/office/drawing/2014/main" id="{B854D2D3-14DC-4BAF-91C9-6B3FE602CAA5}"/>
              </a:ext>
            </a:extLst>
          </p:cNvPr>
          <p:cNvSpPr/>
          <p:nvPr/>
        </p:nvSpPr>
        <p:spPr>
          <a:xfrm>
            <a:off x="4877922" y="4243763"/>
            <a:ext cx="3726526" cy="487649"/>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sz="2000" dirty="0">
                <a:solidFill>
                  <a:schemeClr val="tx2"/>
                </a:solidFill>
                <a:latin typeface="HGSｺﾞｼｯｸE" panose="020B0900000000000000" pitchFamily="50" charset="-128"/>
                <a:ea typeface="HGSｺﾞｼｯｸE" panose="020B0900000000000000" pitchFamily="50" charset="-128"/>
              </a:rPr>
              <a:t>戦闘前の敵に会う演出</a:t>
            </a:r>
          </a:p>
        </p:txBody>
      </p:sp>
      <p:sp>
        <p:nvSpPr>
          <p:cNvPr id="9" name="四角形: 角を丸くする 1">
            <a:extLst>
              <a:ext uri="{FF2B5EF4-FFF2-40B4-BE49-F238E27FC236}">
                <a16:creationId xmlns:a16="http://schemas.microsoft.com/office/drawing/2014/main" id="{59CCF1F7-1F0C-BF12-64D6-978841FAB049}"/>
              </a:ext>
            </a:extLst>
          </p:cNvPr>
          <p:cNvSpPr/>
          <p:nvPr/>
        </p:nvSpPr>
        <p:spPr>
          <a:xfrm>
            <a:off x="256319" y="4496715"/>
            <a:ext cx="4104456" cy="1584176"/>
          </a:xfrm>
          <a:prstGeom prst="round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sz="2000" dirty="0">
                <a:solidFill>
                  <a:schemeClr val="tx1"/>
                </a:solidFill>
                <a:latin typeface="BIZ UDゴシック" panose="020B0400000000000000" pitchFamily="49" charset="-128"/>
                <a:ea typeface="BIZ UDゴシック" panose="020B0400000000000000" pitchFamily="49" charset="-128"/>
              </a:rPr>
              <a:t>イベントを実装することでゲーム、戦闘への導入を自然に行い、ゲームへの没入感を高めることができました！</a:t>
            </a:r>
          </a:p>
        </p:txBody>
      </p:sp>
    </p:spTree>
    <p:extLst>
      <p:ext uri="{BB962C8B-B14F-4D97-AF65-F5344CB8AC3E}">
        <p14:creationId xmlns:p14="http://schemas.microsoft.com/office/powerpoint/2010/main" val="9434300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BAF24-E123-EA1A-58D3-3239571F865C}"/>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D898177D-B7D8-1810-7582-359EA06B654C}"/>
              </a:ext>
            </a:extLst>
          </p:cNvPr>
          <p:cNvSpPr/>
          <p:nvPr/>
        </p:nvSpPr>
        <p:spPr>
          <a:xfrm>
            <a:off x="-180527" y="-171400"/>
            <a:ext cx="9456574" cy="7036216"/>
          </a:xfrm>
          <a:prstGeom prst="rect">
            <a:avLst/>
          </a:prstGeom>
          <a:solidFill>
            <a:schemeClr val="bg1">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2" name="四角形: 角を丸くする 1">
            <a:extLst>
              <a:ext uri="{FF2B5EF4-FFF2-40B4-BE49-F238E27FC236}">
                <a16:creationId xmlns:a16="http://schemas.microsoft.com/office/drawing/2014/main" id="{B83C2822-CE3C-7BAE-5E9D-A383E132A939}"/>
              </a:ext>
            </a:extLst>
          </p:cNvPr>
          <p:cNvSpPr/>
          <p:nvPr/>
        </p:nvSpPr>
        <p:spPr>
          <a:xfrm>
            <a:off x="1979712" y="126534"/>
            <a:ext cx="5400600" cy="707886"/>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22" name="スライド番号プレースホルダー 1">
            <a:extLst>
              <a:ext uri="{FF2B5EF4-FFF2-40B4-BE49-F238E27FC236}">
                <a16:creationId xmlns:a16="http://schemas.microsoft.com/office/drawing/2014/main" id="{E4782749-07DC-3008-1EAB-4E836D41197B}"/>
              </a:ext>
            </a:extLst>
          </p:cNvPr>
          <p:cNvSpPr txBox="1">
            <a:spLocks/>
          </p:cNvSpPr>
          <p:nvPr/>
        </p:nvSpPr>
        <p:spPr>
          <a:xfrm>
            <a:off x="0" y="6499691"/>
            <a:ext cx="51263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FE8D982-16E6-404B-AAA5-09818BE20C55}" type="slidenum">
              <a:rPr kumimoji="1" lang="ja-JP" altLang="en-US" smtClean="0">
                <a:solidFill>
                  <a:schemeClr val="bg1"/>
                </a:solidFill>
              </a:rPr>
              <a:pPr/>
              <a:t>6</a:t>
            </a:fld>
            <a:endParaRPr kumimoji="1" lang="ja-JP" altLang="en-US" dirty="0">
              <a:solidFill>
                <a:schemeClr val="bg1"/>
              </a:solidFill>
            </a:endParaRPr>
          </a:p>
        </p:txBody>
      </p:sp>
      <p:sp>
        <p:nvSpPr>
          <p:cNvPr id="12" name="テキスト ボックス 11">
            <a:extLst>
              <a:ext uri="{FF2B5EF4-FFF2-40B4-BE49-F238E27FC236}">
                <a16:creationId xmlns:a16="http://schemas.microsoft.com/office/drawing/2014/main" id="{D3B8069A-DCB3-6261-60FC-BD43E9CBA449}"/>
              </a:ext>
            </a:extLst>
          </p:cNvPr>
          <p:cNvSpPr txBox="1"/>
          <p:nvPr/>
        </p:nvSpPr>
        <p:spPr>
          <a:xfrm>
            <a:off x="1043608" y="254911"/>
            <a:ext cx="7299091" cy="461665"/>
          </a:xfrm>
          <a:prstGeom prst="rect">
            <a:avLst/>
          </a:prstGeom>
          <a:noFill/>
        </p:spPr>
        <p:txBody>
          <a:bodyPr wrap="square" rtlCol="0">
            <a:spAutoFit/>
          </a:bodyPr>
          <a:lstStyle/>
          <a:p>
            <a:pPr algn="ctr"/>
            <a:r>
              <a:rPr kumimoji="1" lang="ja-JP" altLang="en-US" sz="2400" u="sng" dirty="0">
                <a:solidFill>
                  <a:schemeClr val="tx2">
                    <a:lumMod val="75000"/>
                  </a:schemeClr>
                </a:solidFill>
              </a:rPr>
              <a:t>カメラワークによるイベント演出</a:t>
            </a:r>
          </a:p>
        </p:txBody>
      </p:sp>
      <p:sp>
        <p:nvSpPr>
          <p:cNvPr id="11" name="四角形: 角を丸くする 1">
            <a:extLst>
              <a:ext uri="{FF2B5EF4-FFF2-40B4-BE49-F238E27FC236}">
                <a16:creationId xmlns:a16="http://schemas.microsoft.com/office/drawing/2014/main" id="{51E07305-C485-755B-74A5-251FC4A6BA56}"/>
              </a:ext>
            </a:extLst>
          </p:cNvPr>
          <p:cNvSpPr/>
          <p:nvPr/>
        </p:nvSpPr>
        <p:spPr>
          <a:xfrm>
            <a:off x="1380785" y="958217"/>
            <a:ext cx="6624736" cy="593994"/>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sz="2000" dirty="0" smtClean="0">
                <a:solidFill>
                  <a:schemeClr val="tx2"/>
                </a:solidFill>
                <a:latin typeface="HGSｺﾞｼｯｸE" panose="020B0900000000000000" pitchFamily="50" charset="-128"/>
                <a:ea typeface="HGSｺﾞｼｯｸE" panose="020B0900000000000000" pitchFamily="50" charset="-128"/>
              </a:rPr>
              <a:t>ドリーインやクレーンアップなどのカメラワークを実装</a:t>
            </a: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26" name="四角形: 角を丸くする 1">
            <a:extLst>
              <a:ext uri="{FF2B5EF4-FFF2-40B4-BE49-F238E27FC236}">
                <a16:creationId xmlns:a16="http://schemas.microsoft.com/office/drawing/2014/main" id="{1CBFFB95-D36A-B121-4137-5535B2173DA5}"/>
              </a:ext>
            </a:extLst>
          </p:cNvPr>
          <p:cNvSpPr/>
          <p:nvPr/>
        </p:nvSpPr>
        <p:spPr>
          <a:xfrm>
            <a:off x="632357" y="1859463"/>
            <a:ext cx="4629414" cy="541064"/>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sz="2000" dirty="0" smtClean="0">
                <a:solidFill>
                  <a:schemeClr val="tx2"/>
                </a:solidFill>
                <a:latin typeface="HGSｺﾞｼｯｸE" panose="020B0900000000000000" pitchFamily="50" charset="-128"/>
                <a:ea typeface="HGSｺﾞｼｯｸE" panose="020B0900000000000000" pitchFamily="50" charset="-128"/>
              </a:rPr>
              <a:t>ドリーイン</a:t>
            </a:r>
            <a:r>
              <a:rPr kumimoji="1" lang="en-US" altLang="ja-JP" sz="2000" dirty="0" smtClean="0">
                <a:solidFill>
                  <a:schemeClr val="tx2"/>
                </a:solidFill>
                <a:latin typeface="HGSｺﾞｼｯｸE" panose="020B0900000000000000" pitchFamily="50" charset="-128"/>
                <a:ea typeface="HGSｺﾞｼｯｸE" panose="020B0900000000000000" pitchFamily="50" charset="-128"/>
              </a:rPr>
              <a:t>(</a:t>
            </a:r>
            <a:r>
              <a:rPr kumimoji="1" lang="ja-JP" altLang="en-US" sz="2000" dirty="0" smtClean="0">
                <a:solidFill>
                  <a:schemeClr val="tx2"/>
                </a:solidFill>
                <a:latin typeface="HGSｺﾞｼｯｸE" panose="020B0900000000000000" pitchFamily="50" charset="-128"/>
                <a:ea typeface="HGSｺﾞｼｯｸE" panose="020B0900000000000000" pitchFamily="50" charset="-128"/>
              </a:rPr>
              <a:t>カメラが</a:t>
            </a:r>
            <a:r>
              <a:rPr kumimoji="1" lang="ja-JP" altLang="en-US" sz="2000" dirty="0" smtClean="0">
                <a:solidFill>
                  <a:schemeClr val="tx2"/>
                </a:solidFill>
                <a:latin typeface="HGSｺﾞｼｯｸE" panose="020B0900000000000000" pitchFamily="50" charset="-128"/>
                <a:ea typeface="HGSｺﾞｼｯｸE" panose="020B0900000000000000" pitchFamily="50" charset="-128"/>
              </a:rPr>
              <a:t>被写体に近づく</a:t>
            </a:r>
            <a:r>
              <a:rPr kumimoji="1" lang="en-US" altLang="ja-JP" sz="2000" dirty="0" smtClean="0">
                <a:solidFill>
                  <a:schemeClr val="tx2"/>
                </a:solidFill>
                <a:latin typeface="HGSｺﾞｼｯｸE" panose="020B0900000000000000" pitchFamily="50" charset="-128"/>
                <a:ea typeface="HGSｺﾞｼｯｸE" panose="020B0900000000000000" pitchFamily="50" charset="-128"/>
              </a:rPr>
              <a:t>)</a:t>
            </a: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pic>
        <p:nvPicPr>
          <p:cNvPr id="3" name="図 2"/>
          <p:cNvPicPr>
            <a:picLocks noChangeAspect="1"/>
          </p:cNvPicPr>
          <p:nvPr/>
        </p:nvPicPr>
        <p:blipFill>
          <a:blip r:embed="rId3"/>
          <a:stretch>
            <a:fillRect/>
          </a:stretch>
        </p:blipFill>
        <p:spPr>
          <a:xfrm>
            <a:off x="214245" y="2525374"/>
            <a:ext cx="5465638" cy="1383166"/>
          </a:xfrm>
          <a:prstGeom prst="rect">
            <a:avLst/>
          </a:prstGeom>
        </p:spPr>
      </p:pic>
      <p:pic>
        <p:nvPicPr>
          <p:cNvPr id="17" name="図 16" descr="ベッド, オレンジ, 立つ, 座る が含まれている画像&#10;&#10;AI 生成コンテンツは誤りを含む可能性があります。">
            <a:extLst>
              <a:ext uri="{FF2B5EF4-FFF2-40B4-BE49-F238E27FC236}">
                <a16:creationId xmlns:a16="http://schemas.microsoft.com/office/drawing/2014/main" id="{FA1D9614-AE06-B100-279F-212F67E764A7}"/>
              </a:ext>
            </a:extLst>
          </p:cNvPr>
          <p:cNvPicPr>
            <a:picLocks noChangeAspect="1"/>
          </p:cNvPicPr>
          <p:nvPr/>
        </p:nvPicPr>
        <p:blipFill>
          <a:blip r:embed="rId4" cstate="print">
            <a:extLst>
              <a:ext uri="{28A0092B-C50C-407E-A947-70E740481C1C}">
                <a14:useLocalDpi xmlns:a14="http://schemas.microsoft.com/office/drawing/2010/main" val="0"/>
              </a:ext>
            </a:extLst>
          </a:blip>
          <a:srcRect t="3121"/>
          <a:stretch>
            <a:fillRect/>
          </a:stretch>
        </p:blipFill>
        <p:spPr>
          <a:xfrm>
            <a:off x="6527870" y="2525374"/>
            <a:ext cx="2448840" cy="1334484"/>
          </a:xfrm>
          <a:prstGeom prst="rect">
            <a:avLst/>
          </a:prstGeom>
        </p:spPr>
      </p:pic>
      <p:sp>
        <p:nvSpPr>
          <p:cNvPr id="18" name="下矢印 15">
            <a:extLst>
              <a:ext uri="{FF2B5EF4-FFF2-40B4-BE49-F238E27FC236}">
                <a16:creationId xmlns:a16="http://schemas.microsoft.com/office/drawing/2014/main" id="{71804273-BCCD-20EE-92A0-B4962950F127}"/>
              </a:ext>
            </a:extLst>
          </p:cNvPr>
          <p:cNvSpPr/>
          <p:nvPr/>
        </p:nvSpPr>
        <p:spPr>
          <a:xfrm rot="16200000">
            <a:off x="5692428" y="2922367"/>
            <a:ext cx="864096" cy="589180"/>
          </a:xfrm>
          <a:prstGeom prst="downArrow">
            <a:avLst/>
          </a:prstGeom>
          <a:solidFill>
            <a:srgbClr val="4F81BD"/>
          </a:solidFill>
          <a:ln w="25400">
            <a:solidFill>
              <a:schemeClr val="accent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pic>
        <p:nvPicPr>
          <p:cNvPr id="19" name="図 18">
            <a:extLst>
              <a:ext uri="{FF2B5EF4-FFF2-40B4-BE49-F238E27FC236}">
                <a16:creationId xmlns:a16="http://schemas.microsoft.com/office/drawing/2014/main" id="{3B0B1C51-2668-BD4C-A34C-62FDF21C37A7}"/>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10048"/>
          <a:stretch/>
        </p:blipFill>
        <p:spPr>
          <a:xfrm>
            <a:off x="6527870" y="4814705"/>
            <a:ext cx="2478472" cy="1254053"/>
          </a:xfrm>
          <a:prstGeom prst="rect">
            <a:avLst/>
          </a:prstGeom>
        </p:spPr>
      </p:pic>
      <p:pic>
        <p:nvPicPr>
          <p:cNvPr id="4" name="図 3"/>
          <p:cNvPicPr>
            <a:picLocks noChangeAspect="1"/>
          </p:cNvPicPr>
          <p:nvPr/>
        </p:nvPicPr>
        <p:blipFill>
          <a:blip r:embed="rId6"/>
          <a:stretch>
            <a:fillRect/>
          </a:stretch>
        </p:blipFill>
        <p:spPr>
          <a:xfrm>
            <a:off x="214245" y="5176242"/>
            <a:ext cx="5762625" cy="619125"/>
          </a:xfrm>
          <a:prstGeom prst="rect">
            <a:avLst/>
          </a:prstGeom>
        </p:spPr>
      </p:pic>
      <p:sp>
        <p:nvSpPr>
          <p:cNvPr id="21" name="四角形: 角を丸くする 1">
            <a:extLst>
              <a:ext uri="{FF2B5EF4-FFF2-40B4-BE49-F238E27FC236}">
                <a16:creationId xmlns:a16="http://schemas.microsoft.com/office/drawing/2014/main" id="{1CBFFB95-D36A-B121-4137-5535B2173DA5}"/>
              </a:ext>
            </a:extLst>
          </p:cNvPr>
          <p:cNvSpPr/>
          <p:nvPr/>
        </p:nvSpPr>
        <p:spPr>
          <a:xfrm>
            <a:off x="287736" y="4471918"/>
            <a:ext cx="5615641" cy="541064"/>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sz="2000" dirty="0" smtClean="0">
                <a:solidFill>
                  <a:schemeClr val="tx2"/>
                </a:solidFill>
                <a:latin typeface="HGSｺﾞｼｯｸE" panose="020B0900000000000000" pitchFamily="50" charset="-128"/>
                <a:ea typeface="HGSｺﾞｼｯｸE" panose="020B0900000000000000" pitchFamily="50" charset="-128"/>
              </a:rPr>
              <a:t>クレーン</a:t>
            </a:r>
            <a:r>
              <a:rPr kumimoji="1" lang="ja-JP" altLang="en-US" sz="2000" dirty="0" smtClean="0">
                <a:solidFill>
                  <a:schemeClr val="tx2"/>
                </a:solidFill>
                <a:latin typeface="HGSｺﾞｼｯｸE" panose="020B0900000000000000" pitchFamily="50" charset="-128"/>
                <a:ea typeface="HGSｺﾞｼｯｸE" panose="020B0900000000000000" pitchFamily="50" charset="-128"/>
              </a:rPr>
              <a:t>アップ</a:t>
            </a:r>
            <a:r>
              <a:rPr kumimoji="1" lang="en-US" altLang="ja-JP" sz="2000" dirty="0" smtClean="0">
                <a:solidFill>
                  <a:schemeClr val="tx2"/>
                </a:solidFill>
                <a:latin typeface="HGSｺﾞｼｯｸE" panose="020B0900000000000000" pitchFamily="50" charset="-128"/>
                <a:ea typeface="HGSｺﾞｼｯｸE" panose="020B0900000000000000" pitchFamily="50" charset="-128"/>
              </a:rPr>
              <a:t>(</a:t>
            </a:r>
            <a:r>
              <a:rPr kumimoji="1" lang="ja-JP" altLang="en-US" sz="2000" dirty="0" smtClean="0">
                <a:solidFill>
                  <a:schemeClr val="tx2"/>
                </a:solidFill>
                <a:latin typeface="HGSｺﾞｼｯｸE" panose="020B0900000000000000" pitchFamily="50" charset="-128"/>
                <a:ea typeface="HGSｺﾞｼｯｸE" panose="020B0900000000000000" pitchFamily="50" charset="-128"/>
              </a:rPr>
              <a:t>カメラを上方向に移動させる</a:t>
            </a:r>
            <a:r>
              <a:rPr kumimoji="1" lang="en-US" altLang="ja-JP" sz="2000" dirty="0" smtClean="0">
                <a:solidFill>
                  <a:schemeClr val="tx2"/>
                </a:solidFill>
                <a:latin typeface="HGSｺﾞｼｯｸE" panose="020B0900000000000000" pitchFamily="50" charset="-128"/>
                <a:ea typeface="HGSｺﾞｼｯｸE" panose="020B0900000000000000" pitchFamily="50" charset="-128"/>
              </a:rPr>
              <a:t>)</a:t>
            </a:r>
          </a:p>
          <a:p>
            <a:pPr algn="ct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Tree>
    <p:extLst>
      <p:ext uri="{BB962C8B-B14F-4D97-AF65-F5344CB8AC3E}">
        <p14:creationId xmlns:p14="http://schemas.microsoft.com/office/powerpoint/2010/main" val="1711436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BAF24-E123-EA1A-58D3-3239571F865C}"/>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D898177D-B7D8-1810-7582-359EA06B654C}"/>
              </a:ext>
            </a:extLst>
          </p:cNvPr>
          <p:cNvSpPr/>
          <p:nvPr/>
        </p:nvSpPr>
        <p:spPr>
          <a:xfrm>
            <a:off x="-180527" y="-171400"/>
            <a:ext cx="9456574" cy="7036216"/>
          </a:xfrm>
          <a:prstGeom prst="rect">
            <a:avLst/>
          </a:prstGeom>
          <a:solidFill>
            <a:schemeClr val="bg1">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2" name="四角形: 角を丸くする 1">
            <a:extLst>
              <a:ext uri="{FF2B5EF4-FFF2-40B4-BE49-F238E27FC236}">
                <a16:creationId xmlns:a16="http://schemas.microsoft.com/office/drawing/2014/main" id="{B83C2822-CE3C-7BAE-5E9D-A383E132A939}"/>
              </a:ext>
            </a:extLst>
          </p:cNvPr>
          <p:cNvSpPr/>
          <p:nvPr/>
        </p:nvSpPr>
        <p:spPr>
          <a:xfrm>
            <a:off x="1979712" y="126534"/>
            <a:ext cx="5400600" cy="707886"/>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22" name="スライド番号プレースホルダー 1">
            <a:extLst>
              <a:ext uri="{FF2B5EF4-FFF2-40B4-BE49-F238E27FC236}">
                <a16:creationId xmlns:a16="http://schemas.microsoft.com/office/drawing/2014/main" id="{E4782749-07DC-3008-1EAB-4E836D41197B}"/>
              </a:ext>
            </a:extLst>
          </p:cNvPr>
          <p:cNvSpPr txBox="1">
            <a:spLocks/>
          </p:cNvSpPr>
          <p:nvPr/>
        </p:nvSpPr>
        <p:spPr>
          <a:xfrm>
            <a:off x="0" y="6499691"/>
            <a:ext cx="51263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FE8D982-16E6-404B-AAA5-09818BE20C55}" type="slidenum">
              <a:rPr kumimoji="1" lang="ja-JP" altLang="en-US" smtClean="0">
                <a:solidFill>
                  <a:schemeClr val="bg1"/>
                </a:solidFill>
              </a:rPr>
              <a:pPr/>
              <a:t>7</a:t>
            </a:fld>
            <a:endParaRPr kumimoji="1" lang="ja-JP" altLang="en-US" dirty="0">
              <a:solidFill>
                <a:schemeClr val="bg1"/>
              </a:solidFill>
            </a:endParaRPr>
          </a:p>
        </p:txBody>
      </p:sp>
      <p:sp>
        <p:nvSpPr>
          <p:cNvPr id="12" name="テキスト ボックス 11">
            <a:extLst>
              <a:ext uri="{FF2B5EF4-FFF2-40B4-BE49-F238E27FC236}">
                <a16:creationId xmlns:a16="http://schemas.microsoft.com/office/drawing/2014/main" id="{D3B8069A-DCB3-6261-60FC-BD43E9CBA449}"/>
              </a:ext>
            </a:extLst>
          </p:cNvPr>
          <p:cNvSpPr txBox="1"/>
          <p:nvPr/>
        </p:nvSpPr>
        <p:spPr>
          <a:xfrm>
            <a:off x="1043608" y="254911"/>
            <a:ext cx="7299091" cy="461665"/>
          </a:xfrm>
          <a:prstGeom prst="rect">
            <a:avLst/>
          </a:prstGeom>
          <a:noFill/>
        </p:spPr>
        <p:txBody>
          <a:bodyPr wrap="square" rtlCol="0">
            <a:spAutoFit/>
          </a:bodyPr>
          <a:lstStyle/>
          <a:p>
            <a:pPr algn="ctr"/>
            <a:r>
              <a:rPr kumimoji="1" lang="ja-JP" altLang="en-US" sz="2400" u="sng" dirty="0">
                <a:solidFill>
                  <a:schemeClr val="tx2">
                    <a:lumMod val="75000"/>
                  </a:schemeClr>
                </a:solidFill>
              </a:rPr>
              <a:t>カメラワークによるイベント演出</a:t>
            </a:r>
          </a:p>
        </p:txBody>
      </p:sp>
      <p:pic>
        <p:nvPicPr>
          <p:cNvPr id="9" name="図 8" descr="テキスト が含まれている画像&#10;&#10;AI 生成コンテンツは誤りを含む可能性があります。">
            <a:extLst>
              <a:ext uri="{FF2B5EF4-FFF2-40B4-BE49-F238E27FC236}">
                <a16:creationId xmlns:a16="http://schemas.microsoft.com/office/drawing/2014/main" id="{9BA0641F-4E8D-3CCA-C6F4-1FF691D07F9F}"/>
              </a:ext>
            </a:extLst>
          </p:cNvPr>
          <p:cNvPicPr>
            <a:picLocks noChangeAspect="1"/>
          </p:cNvPicPr>
          <p:nvPr/>
        </p:nvPicPr>
        <p:blipFill>
          <a:blip r:embed="rId3"/>
          <a:stretch>
            <a:fillRect/>
          </a:stretch>
        </p:blipFill>
        <p:spPr>
          <a:xfrm>
            <a:off x="395536" y="1998508"/>
            <a:ext cx="3732410" cy="1433360"/>
          </a:xfrm>
          <a:prstGeom prst="rect">
            <a:avLst/>
          </a:prstGeom>
        </p:spPr>
      </p:pic>
      <p:sp>
        <p:nvSpPr>
          <p:cNvPr id="11" name="四角形: 角を丸くする 1">
            <a:extLst>
              <a:ext uri="{FF2B5EF4-FFF2-40B4-BE49-F238E27FC236}">
                <a16:creationId xmlns:a16="http://schemas.microsoft.com/office/drawing/2014/main" id="{51E07305-C485-755B-74A5-251FC4A6BA56}"/>
              </a:ext>
            </a:extLst>
          </p:cNvPr>
          <p:cNvSpPr/>
          <p:nvPr/>
        </p:nvSpPr>
        <p:spPr>
          <a:xfrm>
            <a:off x="1979712" y="962798"/>
            <a:ext cx="5400600" cy="889760"/>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sz="2000" dirty="0">
                <a:solidFill>
                  <a:schemeClr val="tx2"/>
                </a:solidFill>
                <a:latin typeface="HGSｺﾞｼｯｸE" panose="020B0900000000000000" pitchFamily="50" charset="-128"/>
                <a:ea typeface="HGSｺﾞｼｯｸE" panose="020B0900000000000000" pitchFamily="50" charset="-128"/>
              </a:rPr>
              <a:t>ステートデザインパターンを使用し、</a:t>
            </a:r>
            <a:endParaRPr kumimoji="1" lang="en-US" altLang="ja-JP" sz="2000" dirty="0">
              <a:solidFill>
                <a:schemeClr val="tx2"/>
              </a:solidFill>
              <a:latin typeface="HGSｺﾞｼｯｸE" panose="020B0900000000000000" pitchFamily="50" charset="-128"/>
              <a:ea typeface="HGSｺﾞｼｯｸE" panose="020B0900000000000000" pitchFamily="50" charset="-128"/>
            </a:endParaRPr>
          </a:p>
          <a:p>
            <a:pPr algn="ctr"/>
            <a:r>
              <a:rPr kumimoji="1" lang="ja-JP" altLang="en-US" sz="2000" dirty="0">
                <a:solidFill>
                  <a:schemeClr val="tx2"/>
                </a:solidFill>
                <a:latin typeface="HGSｺﾞｼｯｸE" panose="020B0900000000000000" pitchFamily="50" charset="-128"/>
                <a:ea typeface="HGSｺﾞｼｯｸE" panose="020B0900000000000000" pitchFamily="50" charset="-128"/>
              </a:rPr>
              <a:t>イベントごとの処理を実装</a:t>
            </a:r>
          </a:p>
        </p:txBody>
      </p:sp>
      <p:pic>
        <p:nvPicPr>
          <p:cNvPr id="23" name="図 22" descr="テキスト&#10;&#10;AI 生成コンテンツは誤りを含む可能性があります。">
            <a:extLst>
              <a:ext uri="{FF2B5EF4-FFF2-40B4-BE49-F238E27FC236}">
                <a16:creationId xmlns:a16="http://schemas.microsoft.com/office/drawing/2014/main" id="{1F9E6875-88F8-BCDE-DAD7-663F9AB9F3CA}"/>
              </a:ext>
            </a:extLst>
          </p:cNvPr>
          <p:cNvPicPr>
            <a:picLocks noChangeAspect="1"/>
          </p:cNvPicPr>
          <p:nvPr/>
        </p:nvPicPr>
        <p:blipFill>
          <a:blip r:embed="rId4"/>
          <a:stretch>
            <a:fillRect/>
          </a:stretch>
        </p:blipFill>
        <p:spPr>
          <a:xfrm>
            <a:off x="4680012" y="1998508"/>
            <a:ext cx="4315681" cy="1455435"/>
          </a:xfrm>
          <a:prstGeom prst="rect">
            <a:avLst/>
          </a:prstGeom>
        </p:spPr>
      </p:pic>
      <p:sp>
        <p:nvSpPr>
          <p:cNvPr id="26" name="四角形: 角を丸くする 1">
            <a:extLst>
              <a:ext uri="{FF2B5EF4-FFF2-40B4-BE49-F238E27FC236}">
                <a16:creationId xmlns:a16="http://schemas.microsoft.com/office/drawing/2014/main" id="{1CBFFB95-D36A-B121-4137-5535B2173DA5}"/>
              </a:ext>
            </a:extLst>
          </p:cNvPr>
          <p:cNvSpPr/>
          <p:nvPr/>
        </p:nvSpPr>
        <p:spPr>
          <a:xfrm>
            <a:off x="2666522" y="3514658"/>
            <a:ext cx="3732410" cy="541064"/>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sz="2000" dirty="0">
                <a:solidFill>
                  <a:schemeClr val="tx2"/>
                </a:solidFill>
                <a:latin typeface="HGSｺﾞｼｯｸE" panose="020B0900000000000000" pitchFamily="50" charset="-128"/>
                <a:ea typeface="HGSｺﾞｼｯｸE" panose="020B0900000000000000" pitchFamily="50" charset="-128"/>
              </a:rPr>
              <a:t>敵に会う演出用の状態と処理</a:t>
            </a:r>
          </a:p>
        </p:txBody>
      </p:sp>
      <p:sp>
        <p:nvSpPr>
          <p:cNvPr id="27" name="十字形 26">
            <a:extLst>
              <a:ext uri="{FF2B5EF4-FFF2-40B4-BE49-F238E27FC236}">
                <a16:creationId xmlns:a16="http://schemas.microsoft.com/office/drawing/2014/main" id="{2D4B9606-3BCC-AC34-9232-4913301CD5D8}"/>
              </a:ext>
            </a:extLst>
          </p:cNvPr>
          <p:cNvSpPr/>
          <p:nvPr/>
        </p:nvSpPr>
        <p:spPr>
          <a:xfrm>
            <a:off x="4056650" y="2408127"/>
            <a:ext cx="660071" cy="636195"/>
          </a:xfrm>
          <a:prstGeom prst="plus">
            <a:avLst>
              <a:gd name="adj" fmla="val 37857"/>
            </a:avLst>
          </a:prstGeom>
          <a:solidFill>
            <a:srgbClr val="4F81BD"/>
          </a:solidFill>
          <a:ln w="25400">
            <a:solidFill>
              <a:schemeClr val="accent1"/>
            </a:solidFill>
          </a:ln>
        </p:spPr>
        <p:txBody>
          <a:bodyPr rtlCol="0" anchor="ctr"/>
          <a:lstStyle/>
          <a:p>
            <a:pPr algn="ctr"/>
            <a:endParaRPr kumimoji="1" lang="ja-JP" altLang="en-US"/>
          </a:p>
        </p:txBody>
      </p:sp>
      <p:sp>
        <p:nvSpPr>
          <p:cNvPr id="28" name="下矢印 15">
            <a:extLst>
              <a:ext uri="{FF2B5EF4-FFF2-40B4-BE49-F238E27FC236}">
                <a16:creationId xmlns:a16="http://schemas.microsoft.com/office/drawing/2014/main" id="{71804273-BCCD-20EE-92A0-B4962950F127}"/>
              </a:ext>
            </a:extLst>
          </p:cNvPr>
          <p:cNvSpPr/>
          <p:nvPr/>
        </p:nvSpPr>
        <p:spPr>
          <a:xfrm>
            <a:off x="3954637" y="4116437"/>
            <a:ext cx="864096" cy="589180"/>
          </a:xfrm>
          <a:prstGeom prst="downArrow">
            <a:avLst/>
          </a:prstGeom>
          <a:solidFill>
            <a:srgbClr val="4F81BD"/>
          </a:solidFill>
          <a:ln w="25400">
            <a:solidFill>
              <a:schemeClr val="accent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pic>
        <p:nvPicPr>
          <p:cNvPr id="29" name="図 28">
            <a:extLst>
              <a:ext uri="{FF2B5EF4-FFF2-40B4-BE49-F238E27FC236}">
                <a16:creationId xmlns:a16="http://schemas.microsoft.com/office/drawing/2014/main" id="{2CAF7A1C-5D6B-30AF-B904-2E0A2634A0F5}"/>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9468"/>
          <a:stretch/>
        </p:blipFill>
        <p:spPr>
          <a:xfrm>
            <a:off x="483009" y="5266178"/>
            <a:ext cx="2625311" cy="1336911"/>
          </a:xfrm>
          <a:prstGeom prst="rect">
            <a:avLst/>
          </a:prstGeom>
        </p:spPr>
      </p:pic>
      <p:pic>
        <p:nvPicPr>
          <p:cNvPr id="30" name="図 29">
            <a:extLst>
              <a:ext uri="{FF2B5EF4-FFF2-40B4-BE49-F238E27FC236}">
                <a16:creationId xmlns:a16="http://schemas.microsoft.com/office/drawing/2014/main" id="{13B167FC-979D-0073-C353-2652F0CF4FBE}"/>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t="9744" r="192"/>
          <a:stretch/>
        </p:blipFill>
        <p:spPr>
          <a:xfrm>
            <a:off x="3380497" y="5266178"/>
            <a:ext cx="2625312" cy="1335419"/>
          </a:xfrm>
          <a:prstGeom prst="rect">
            <a:avLst/>
          </a:prstGeom>
        </p:spPr>
      </p:pic>
      <p:pic>
        <p:nvPicPr>
          <p:cNvPr id="33" name="図 32" descr="ベッド, オレンジ, 立つ, 座る が含まれている画像&#10;&#10;AI 生成コンテンツは誤りを含む可能性があります。">
            <a:extLst>
              <a:ext uri="{FF2B5EF4-FFF2-40B4-BE49-F238E27FC236}">
                <a16:creationId xmlns:a16="http://schemas.microsoft.com/office/drawing/2014/main" id="{FA1D9614-AE06-B100-279F-212F67E764A7}"/>
              </a:ext>
            </a:extLst>
          </p:cNvPr>
          <p:cNvPicPr>
            <a:picLocks noChangeAspect="1"/>
          </p:cNvPicPr>
          <p:nvPr/>
        </p:nvPicPr>
        <p:blipFill>
          <a:blip r:embed="rId7" cstate="print">
            <a:extLst>
              <a:ext uri="{28A0092B-C50C-407E-A947-70E740481C1C}">
                <a14:useLocalDpi xmlns:a14="http://schemas.microsoft.com/office/drawing/2010/main" val="0"/>
              </a:ext>
            </a:extLst>
          </a:blip>
          <a:srcRect t="3121"/>
          <a:stretch>
            <a:fillRect/>
          </a:stretch>
        </p:blipFill>
        <p:spPr>
          <a:xfrm>
            <a:off x="6436380" y="5267113"/>
            <a:ext cx="2448840" cy="1334484"/>
          </a:xfrm>
          <a:prstGeom prst="rect">
            <a:avLst/>
          </a:prstGeom>
        </p:spPr>
      </p:pic>
      <p:sp>
        <p:nvSpPr>
          <p:cNvPr id="34" name="四角形: 角を丸くする 1">
            <a:extLst>
              <a:ext uri="{FF2B5EF4-FFF2-40B4-BE49-F238E27FC236}">
                <a16:creationId xmlns:a16="http://schemas.microsoft.com/office/drawing/2014/main" id="{38812EB3-C64E-CEB1-28AF-3A4AABF9492A}"/>
              </a:ext>
            </a:extLst>
          </p:cNvPr>
          <p:cNvSpPr/>
          <p:nvPr/>
        </p:nvSpPr>
        <p:spPr>
          <a:xfrm>
            <a:off x="2473178" y="4766332"/>
            <a:ext cx="3827014" cy="459073"/>
          </a:xfrm>
          <a:prstGeom prst="roundRect">
            <a:avLst/>
          </a:prstGeom>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sz="2000" dirty="0">
                <a:solidFill>
                  <a:schemeClr val="accent6">
                    <a:lumMod val="50000"/>
                  </a:schemeClr>
                </a:solidFill>
                <a:latin typeface="HGSｺﾞｼｯｸE" panose="020B0900000000000000" pitchFamily="50" charset="-128"/>
                <a:ea typeface="HGSｺﾞｼｯｸE" panose="020B0900000000000000" pitchFamily="50" charset="-128"/>
              </a:rPr>
              <a:t>戦闘前の敵に会う演出を実装</a:t>
            </a:r>
          </a:p>
        </p:txBody>
      </p:sp>
    </p:spTree>
    <p:extLst>
      <p:ext uri="{BB962C8B-B14F-4D97-AF65-F5344CB8AC3E}">
        <p14:creationId xmlns:p14="http://schemas.microsoft.com/office/powerpoint/2010/main" val="40742748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34E4B-CB2A-936D-24F0-0873A8FBB40C}"/>
            </a:ext>
          </a:extLst>
        </p:cNvPr>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D898177D-B7D8-1810-7582-359EA06B654C}"/>
              </a:ext>
            </a:extLst>
          </p:cNvPr>
          <p:cNvSpPr/>
          <p:nvPr/>
        </p:nvSpPr>
        <p:spPr>
          <a:xfrm>
            <a:off x="-48481" y="741284"/>
            <a:ext cx="9324528" cy="6123532"/>
          </a:xfrm>
          <a:prstGeom prst="rect">
            <a:avLst/>
          </a:prstGeom>
          <a:solidFill>
            <a:schemeClr val="bg1">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2" name="四角形: 角を丸くする 1">
            <a:extLst>
              <a:ext uri="{FF2B5EF4-FFF2-40B4-BE49-F238E27FC236}">
                <a16:creationId xmlns:a16="http://schemas.microsoft.com/office/drawing/2014/main" id="{A53C9426-647B-269A-56CE-6122CDA31965}"/>
              </a:ext>
            </a:extLst>
          </p:cNvPr>
          <p:cNvSpPr/>
          <p:nvPr/>
        </p:nvSpPr>
        <p:spPr>
          <a:xfrm>
            <a:off x="1979712" y="826722"/>
            <a:ext cx="5400600" cy="707886"/>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22" name="スライド番号プレースホルダー 1">
            <a:extLst>
              <a:ext uri="{FF2B5EF4-FFF2-40B4-BE49-F238E27FC236}">
                <a16:creationId xmlns:a16="http://schemas.microsoft.com/office/drawing/2014/main" id="{1FD3A603-9747-8A1B-1DA1-321E2CFDDD9F}"/>
              </a:ext>
            </a:extLst>
          </p:cNvPr>
          <p:cNvSpPr txBox="1">
            <a:spLocks/>
          </p:cNvSpPr>
          <p:nvPr/>
        </p:nvSpPr>
        <p:spPr>
          <a:xfrm>
            <a:off x="0" y="6499691"/>
            <a:ext cx="51263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FE8D982-16E6-404B-AAA5-09818BE20C55}" type="slidenum">
              <a:rPr kumimoji="1" lang="ja-JP" altLang="en-US" smtClean="0">
                <a:solidFill>
                  <a:schemeClr val="bg1"/>
                </a:solidFill>
              </a:rPr>
              <a:pPr/>
              <a:t>8</a:t>
            </a:fld>
            <a:endParaRPr kumimoji="1" lang="ja-JP" altLang="en-US" dirty="0">
              <a:solidFill>
                <a:schemeClr val="bg1"/>
              </a:solidFill>
            </a:endParaRPr>
          </a:p>
        </p:txBody>
      </p:sp>
      <p:sp>
        <p:nvSpPr>
          <p:cNvPr id="5" name="Rectangle 1">
            <a:extLst>
              <a:ext uri="{FF2B5EF4-FFF2-40B4-BE49-F238E27FC236}">
                <a16:creationId xmlns:a16="http://schemas.microsoft.com/office/drawing/2014/main" id="{BC8736F5-EB2C-1C26-AC50-385A047F3D77}"/>
              </a:ext>
            </a:extLst>
          </p:cNvPr>
          <p:cNvSpPr>
            <a:spLocks noChangeArrowheads="1"/>
          </p:cNvSpPr>
          <p:nvPr/>
        </p:nvSpPr>
        <p:spPr bwMode="auto">
          <a:xfrm>
            <a:off x="256319" y="33398"/>
            <a:ext cx="9005208" cy="707886"/>
          </a:xfrm>
          <a:prstGeom prst="rect">
            <a:avLst/>
          </a:prstGeom>
          <a:solidFill>
            <a:schemeClr val="bg1"/>
          </a:solidFill>
          <a:ln w="19050">
            <a:solidFill>
              <a:schemeClr val="accent1">
                <a:lumMod val="75000"/>
              </a:schemeClr>
            </a:solid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en-US" altLang="ja-JP" sz="4000" dirty="0">
                <a:solidFill>
                  <a:schemeClr val="tx2">
                    <a:lumMod val="75000"/>
                  </a:schemeClr>
                </a:solidFill>
              </a:rPr>
              <a:t>		  </a:t>
            </a:r>
            <a:r>
              <a:rPr kumimoji="0" lang="ja-JP" altLang="en-US" sz="4000" dirty="0" smtClean="0">
                <a:solidFill>
                  <a:schemeClr val="tx2">
                    <a:lumMod val="75000"/>
                  </a:schemeClr>
                </a:solidFill>
              </a:rPr>
              <a:t>アピールポイント③</a:t>
            </a:r>
            <a:endParaRPr lang="en-US" altLang="ja-JP" sz="4000" dirty="0">
              <a:solidFill>
                <a:schemeClr val="tx2">
                  <a:lumMod val="75000"/>
                </a:schemeClr>
              </a:solidFill>
            </a:endParaRPr>
          </a:p>
        </p:txBody>
      </p:sp>
      <p:sp>
        <p:nvSpPr>
          <p:cNvPr id="12" name="テキスト ボックス 11">
            <a:extLst>
              <a:ext uri="{FF2B5EF4-FFF2-40B4-BE49-F238E27FC236}">
                <a16:creationId xmlns:a16="http://schemas.microsoft.com/office/drawing/2014/main" id="{47FC157F-C657-4D5F-8805-2270253AB331}"/>
              </a:ext>
            </a:extLst>
          </p:cNvPr>
          <p:cNvSpPr txBox="1"/>
          <p:nvPr/>
        </p:nvSpPr>
        <p:spPr>
          <a:xfrm>
            <a:off x="1933988" y="955099"/>
            <a:ext cx="5518332" cy="461665"/>
          </a:xfrm>
          <a:prstGeom prst="rect">
            <a:avLst/>
          </a:prstGeom>
          <a:noFill/>
        </p:spPr>
        <p:txBody>
          <a:bodyPr wrap="square" rtlCol="0">
            <a:spAutoFit/>
          </a:bodyPr>
          <a:lstStyle/>
          <a:p>
            <a:pPr algn="ctr"/>
            <a:r>
              <a:rPr kumimoji="1" lang="ja-JP" altLang="en-US" sz="2400" u="sng" dirty="0" smtClean="0">
                <a:solidFill>
                  <a:schemeClr val="tx2">
                    <a:lumMod val="75000"/>
                  </a:schemeClr>
                </a:solidFill>
              </a:rPr>
              <a:t>ポストエフェクトや画面揺らし</a:t>
            </a:r>
            <a:endParaRPr kumimoji="1" lang="ja-JP" altLang="en-US" sz="2400" u="sng" dirty="0">
              <a:solidFill>
                <a:schemeClr val="tx2">
                  <a:lumMod val="75000"/>
                </a:schemeClr>
              </a:solidFill>
            </a:endParaRPr>
          </a:p>
        </p:txBody>
      </p:sp>
      <p:sp>
        <p:nvSpPr>
          <p:cNvPr id="32" name="テキスト ボックス 31">
            <a:extLst>
              <a:ext uri="{FF2B5EF4-FFF2-40B4-BE49-F238E27FC236}">
                <a16:creationId xmlns:a16="http://schemas.microsoft.com/office/drawing/2014/main" id="{6212B6CA-BB9B-68F7-6FF1-E848724A9BE5}"/>
              </a:ext>
            </a:extLst>
          </p:cNvPr>
          <p:cNvSpPr txBox="1"/>
          <p:nvPr/>
        </p:nvSpPr>
        <p:spPr>
          <a:xfrm>
            <a:off x="256319" y="2099309"/>
            <a:ext cx="4104456" cy="1323439"/>
          </a:xfrm>
          <a:prstGeom prst="rect">
            <a:avLst/>
          </a:prstGeom>
          <a:noFill/>
        </p:spPr>
        <p:txBody>
          <a:bodyPr wrap="square" rtlCol="0">
            <a:spAutoFit/>
          </a:bodyPr>
          <a:lstStyle/>
          <a:p>
            <a:r>
              <a:rPr kumimoji="1" lang="ja-JP" altLang="en-US" sz="2000" dirty="0" smtClean="0">
                <a:latin typeface="BIZ UDゴシック" panose="020B0400000000000000" pitchFamily="49" charset="-128"/>
                <a:ea typeface="BIZ UDゴシック" panose="020B0400000000000000" pitchFamily="49" charset="-128"/>
              </a:rPr>
              <a:t>タイトル画面を映写機風に演出するためにポストエフェクトを実装し、ダメージを受けたときの画面揺らしを実装しました。</a:t>
            </a:r>
            <a:endParaRPr kumimoji="1" lang="ja-JP" altLang="en-US" sz="2000" dirty="0">
              <a:latin typeface="BIZ UDゴシック" panose="020B0400000000000000" pitchFamily="49" charset="-128"/>
              <a:ea typeface="BIZ UDゴシック" panose="020B0400000000000000" pitchFamily="49" charset="-128"/>
            </a:endParaRPr>
          </a:p>
        </p:txBody>
      </p:sp>
      <p:sp>
        <p:nvSpPr>
          <p:cNvPr id="7" name="四角形: 角を丸くする 1">
            <a:extLst>
              <a:ext uri="{FF2B5EF4-FFF2-40B4-BE49-F238E27FC236}">
                <a16:creationId xmlns:a16="http://schemas.microsoft.com/office/drawing/2014/main" id="{EDF72C7E-7A7E-B58D-3E3F-2AE7BF151E5E}"/>
              </a:ext>
            </a:extLst>
          </p:cNvPr>
          <p:cNvSpPr/>
          <p:nvPr/>
        </p:nvSpPr>
        <p:spPr>
          <a:xfrm>
            <a:off x="5436096" y="1638940"/>
            <a:ext cx="2610178" cy="487649"/>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sz="2000" dirty="0" smtClean="0">
                <a:solidFill>
                  <a:schemeClr val="tx2"/>
                </a:solidFill>
                <a:latin typeface="HGSｺﾞｼｯｸE" panose="020B0900000000000000" pitchFamily="50" charset="-128"/>
                <a:ea typeface="HGSｺﾞｼｯｸE" panose="020B0900000000000000" pitchFamily="50" charset="-128"/>
              </a:rPr>
              <a:t>タイトル画面</a:t>
            </a: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8" name="四角形: 角を丸くする 1">
            <a:extLst>
              <a:ext uri="{FF2B5EF4-FFF2-40B4-BE49-F238E27FC236}">
                <a16:creationId xmlns:a16="http://schemas.microsoft.com/office/drawing/2014/main" id="{B854D2D3-14DC-4BAF-91C9-6B3FE602CAA5}"/>
              </a:ext>
            </a:extLst>
          </p:cNvPr>
          <p:cNvSpPr/>
          <p:nvPr/>
        </p:nvSpPr>
        <p:spPr>
          <a:xfrm>
            <a:off x="5144880" y="4243763"/>
            <a:ext cx="3192610" cy="487649"/>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sz="2000" dirty="0" smtClean="0">
                <a:solidFill>
                  <a:schemeClr val="tx2"/>
                </a:solidFill>
                <a:latin typeface="HGSｺﾞｼｯｸE" panose="020B0900000000000000" pitchFamily="50" charset="-128"/>
                <a:ea typeface="HGSｺﾞｼｯｸE" panose="020B0900000000000000" pitchFamily="50" charset="-128"/>
              </a:rPr>
              <a:t>画面揺らし</a:t>
            </a: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9" name="四角形: 角を丸くする 1">
            <a:extLst>
              <a:ext uri="{FF2B5EF4-FFF2-40B4-BE49-F238E27FC236}">
                <a16:creationId xmlns:a16="http://schemas.microsoft.com/office/drawing/2014/main" id="{59CCF1F7-1F0C-BF12-64D6-978841FAB049}"/>
              </a:ext>
            </a:extLst>
          </p:cNvPr>
          <p:cNvSpPr/>
          <p:nvPr/>
        </p:nvSpPr>
        <p:spPr>
          <a:xfrm>
            <a:off x="256319" y="4243763"/>
            <a:ext cx="4104456" cy="1837128"/>
          </a:xfrm>
          <a:prstGeom prst="round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sz="2000" dirty="0" smtClean="0">
                <a:solidFill>
                  <a:schemeClr val="tx1"/>
                </a:solidFill>
                <a:latin typeface="BIZ UDゴシック" panose="020B0400000000000000" pitchFamily="49" charset="-128"/>
                <a:ea typeface="BIZ UDゴシック" panose="020B0400000000000000" pitchFamily="49" charset="-128"/>
              </a:rPr>
              <a:t>実装することでポストエフェクトによりゲームの世界観を視覚的に表現し、ダメージ時の画面揺らしによって被弾を視覚的に理解できるようになりました。</a:t>
            </a:r>
            <a:endParaRPr kumimoji="1" lang="ja-JP" altLang="en-US" sz="2000" dirty="0">
              <a:solidFill>
                <a:schemeClr val="tx1"/>
              </a:solidFill>
              <a:latin typeface="BIZ UDゴシック" panose="020B0400000000000000" pitchFamily="49" charset="-128"/>
              <a:ea typeface="BIZ UDゴシック" panose="020B0400000000000000" pitchFamily="49" charset="-128"/>
            </a:endParaRPr>
          </a:p>
        </p:txBody>
      </p:sp>
      <p:pic>
        <p:nvPicPr>
          <p:cNvPr id="4" name="図 3"/>
          <p:cNvPicPr>
            <a:picLocks noChangeAspect="1"/>
          </p:cNvPicPr>
          <p:nvPr/>
        </p:nvPicPr>
        <p:blipFill>
          <a:blip r:embed="rId3"/>
          <a:stretch>
            <a:fillRect/>
          </a:stretch>
        </p:blipFill>
        <p:spPr>
          <a:xfrm>
            <a:off x="5144880" y="2160667"/>
            <a:ext cx="3192609" cy="1971906"/>
          </a:xfrm>
          <a:prstGeom prst="rect">
            <a:avLst/>
          </a:prstGeom>
        </p:spPr>
      </p:pic>
      <p:pic>
        <p:nvPicPr>
          <p:cNvPr id="14" name="図 13"/>
          <p:cNvPicPr>
            <a:picLocks noChangeAspect="1"/>
          </p:cNvPicPr>
          <p:nvPr/>
        </p:nvPicPr>
        <p:blipFill rotWithShape="1">
          <a:blip r:embed="rId4" cstate="print">
            <a:extLst>
              <a:ext uri="{28A0092B-C50C-407E-A947-70E740481C1C}">
                <a14:useLocalDpi xmlns:a14="http://schemas.microsoft.com/office/drawing/2010/main" val="0"/>
              </a:ext>
            </a:extLst>
          </a:blip>
          <a:srcRect t="2867"/>
          <a:stretch/>
        </p:blipFill>
        <p:spPr>
          <a:xfrm>
            <a:off x="5188987" y="4998601"/>
            <a:ext cx="3104393" cy="1696152"/>
          </a:xfrm>
          <a:prstGeom prst="rect">
            <a:avLst/>
          </a:prstGeom>
          <a:ln w="57150">
            <a:noFill/>
          </a:ln>
        </p:spPr>
      </p:pic>
      <p:sp>
        <p:nvSpPr>
          <p:cNvPr id="15" name="フリーフォーム 14"/>
          <p:cNvSpPr/>
          <p:nvPr/>
        </p:nvSpPr>
        <p:spPr>
          <a:xfrm>
            <a:off x="4938725" y="5107691"/>
            <a:ext cx="170152" cy="1587062"/>
          </a:xfrm>
          <a:custGeom>
            <a:avLst/>
            <a:gdLst>
              <a:gd name="connsiteX0" fmla="*/ 74761 w 170152"/>
              <a:gd name="connsiteY0" fmla="*/ 0 h 1587062"/>
              <a:gd name="connsiteX1" fmla="*/ 1188 w 170152"/>
              <a:gd name="connsiteY1" fmla="*/ 451945 h 1587062"/>
              <a:gd name="connsiteX2" fmla="*/ 127312 w 170152"/>
              <a:gd name="connsiteY2" fmla="*/ 735724 h 1587062"/>
              <a:gd name="connsiteX3" fmla="*/ 53740 w 170152"/>
              <a:gd name="connsiteY3" fmla="*/ 1072055 h 1587062"/>
              <a:gd name="connsiteX4" fmla="*/ 169354 w 170152"/>
              <a:gd name="connsiteY4" fmla="*/ 1345324 h 1587062"/>
              <a:gd name="connsiteX5" fmla="*/ 95781 w 170152"/>
              <a:gd name="connsiteY5" fmla="*/ 1587062 h 1587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152" h="1587062">
                <a:moveTo>
                  <a:pt x="74761" y="0"/>
                </a:moveTo>
                <a:cubicBezTo>
                  <a:pt x="33595" y="164662"/>
                  <a:pt x="-7571" y="329324"/>
                  <a:pt x="1188" y="451945"/>
                </a:cubicBezTo>
                <a:cubicBezTo>
                  <a:pt x="9946" y="574566"/>
                  <a:pt x="118553" y="632372"/>
                  <a:pt x="127312" y="735724"/>
                </a:cubicBezTo>
                <a:cubicBezTo>
                  <a:pt x="136071" y="839076"/>
                  <a:pt x="46733" y="970455"/>
                  <a:pt x="53740" y="1072055"/>
                </a:cubicBezTo>
                <a:cubicBezTo>
                  <a:pt x="60747" y="1173655"/>
                  <a:pt x="162347" y="1259489"/>
                  <a:pt x="169354" y="1345324"/>
                </a:cubicBezTo>
                <a:cubicBezTo>
                  <a:pt x="176361" y="1431159"/>
                  <a:pt x="136071" y="1509110"/>
                  <a:pt x="95781" y="1587062"/>
                </a:cubicBezTo>
              </a:path>
            </a:pathLst>
          </a:custGeom>
          <a:ln w="19050"/>
        </p:spPr>
        <p:style>
          <a:lnRef idx="1">
            <a:schemeClr val="accent2"/>
          </a:lnRef>
          <a:fillRef idx="0">
            <a:schemeClr val="accent2"/>
          </a:fillRef>
          <a:effectRef idx="0">
            <a:schemeClr val="accent2"/>
          </a:effectRef>
          <a:fontRef idx="minor">
            <a:schemeClr val="tx1"/>
          </a:fontRef>
        </p:style>
        <p:txBody>
          <a:bodyPr rtlCol="0" anchor="ctr"/>
          <a:lstStyle/>
          <a:p>
            <a:pPr algn="ctr"/>
            <a:endParaRPr kumimoji="1" lang="ja-JP" altLang="en-US"/>
          </a:p>
        </p:txBody>
      </p:sp>
      <p:sp>
        <p:nvSpPr>
          <p:cNvPr id="16" name="フリーフォーム 15"/>
          <p:cNvSpPr/>
          <p:nvPr/>
        </p:nvSpPr>
        <p:spPr>
          <a:xfrm>
            <a:off x="4768902" y="5255172"/>
            <a:ext cx="149939" cy="1124607"/>
          </a:xfrm>
          <a:custGeom>
            <a:avLst/>
            <a:gdLst>
              <a:gd name="connsiteX0" fmla="*/ 34326 w 149939"/>
              <a:gd name="connsiteY0" fmla="*/ 0 h 1124607"/>
              <a:gd name="connsiteX1" fmla="*/ 2795 w 149939"/>
              <a:gd name="connsiteY1" fmla="*/ 252249 h 1124607"/>
              <a:gd name="connsiteX2" fmla="*/ 97388 w 149939"/>
              <a:gd name="connsiteY2" fmla="*/ 451945 h 1124607"/>
              <a:gd name="connsiteX3" fmla="*/ 34326 w 149939"/>
              <a:gd name="connsiteY3" fmla="*/ 651642 h 1124607"/>
              <a:gd name="connsiteX4" fmla="*/ 97388 w 149939"/>
              <a:gd name="connsiteY4" fmla="*/ 861849 h 1124607"/>
              <a:gd name="connsiteX5" fmla="*/ 65857 w 149939"/>
              <a:gd name="connsiteY5" fmla="*/ 987973 h 1124607"/>
              <a:gd name="connsiteX6" fmla="*/ 149939 w 149939"/>
              <a:gd name="connsiteY6" fmla="*/ 1124607 h 1124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939" h="1124607">
                <a:moveTo>
                  <a:pt x="34326" y="0"/>
                </a:moveTo>
                <a:cubicBezTo>
                  <a:pt x="13305" y="88462"/>
                  <a:pt x="-7715" y="176925"/>
                  <a:pt x="2795" y="252249"/>
                </a:cubicBezTo>
                <a:cubicBezTo>
                  <a:pt x="13305" y="327573"/>
                  <a:pt x="92133" y="385379"/>
                  <a:pt x="97388" y="451945"/>
                </a:cubicBezTo>
                <a:cubicBezTo>
                  <a:pt x="102643" y="518511"/>
                  <a:pt x="34326" y="583325"/>
                  <a:pt x="34326" y="651642"/>
                </a:cubicBezTo>
                <a:cubicBezTo>
                  <a:pt x="34326" y="719959"/>
                  <a:pt x="92133" y="805794"/>
                  <a:pt x="97388" y="861849"/>
                </a:cubicBezTo>
                <a:cubicBezTo>
                  <a:pt x="102643" y="917904"/>
                  <a:pt x="57099" y="944180"/>
                  <a:pt x="65857" y="987973"/>
                </a:cubicBezTo>
                <a:cubicBezTo>
                  <a:pt x="74615" y="1031766"/>
                  <a:pt x="130670" y="1093076"/>
                  <a:pt x="149939" y="1124607"/>
                </a:cubicBez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フリーフォーム 16"/>
          <p:cNvSpPr/>
          <p:nvPr/>
        </p:nvSpPr>
        <p:spPr>
          <a:xfrm>
            <a:off x="4798666" y="5455650"/>
            <a:ext cx="160230" cy="1166648"/>
          </a:xfrm>
          <a:custGeom>
            <a:avLst/>
            <a:gdLst>
              <a:gd name="connsiteX0" fmla="*/ 74370 w 160230"/>
              <a:gd name="connsiteY0" fmla="*/ 0 h 1166648"/>
              <a:gd name="connsiteX1" fmla="*/ 798 w 160230"/>
              <a:gd name="connsiteY1" fmla="*/ 304800 h 1166648"/>
              <a:gd name="connsiteX2" fmla="*/ 116412 w 160230"/>
              <a:gd name="connsiteY2" fmla="*/ 430924 h 1166648"/>
              <a:gd name="connsiteX3" fmla="*/ 42839 w 160230"/>
              <a:gd name="connsiteY3" fmla="*/ 620110 h 1166648"/>
              <a:gd name="connsiteX4" fmla="*/ 147943 w 160230"/>
              <a:gd name="connsiteY4" fmla="*/ 788276 h 1166648"/>
              <a:gd name="connsiteX5" fmla="*/ 84881 w 160230"/>
              <a:gd name="connsiteY5" fmla="*/ 924910 h 1166648"/>
              <a:gd name="connsiteX6" fmla="*/ 158453 w 160230"/>
              <a:gd name="connsiteY6" fmla="*/ 1051034 h 1166648"/>
              <a:gd name="connsiteX7" fmla="*/ 137432 w 160230"/>
              <a:gd name="connsiteY7" fmla="*/ 1166648 h 116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230" h="1166648">
                <a:moveTo>
                  <a:pt x="74370" y="0"/>
                </a:moveTo>
                <a:cubicBezTo>
                  <a:pt x="34080" y="116489"/>
                  <a:pt x="-6209" y="232979"/>
                  <a:pt x="798" y="304800"/>
                </a:cubicBezTo>
                <a:cubicBezTo>
                  <a:pt x="7805" y="376621"/>
                  <a:pt x="109405" y="378372"/>
                  <a:pt x="116412" y="430924"/>
                </a:cubicBezTo>
                <a:cubicBezTo>
                  <a:pt x="123419" y="483476"/>
                  <a:pt x="37584" y="560551"/>
                  <a:pt x="42839" y="620110"/>
                </a:cubicBezTo>
                <a:cubicBezTo>
                  <a:pt x="48094" y="679669"/>
                  <a:pt x="140936" y="737476"/>
                  <a:pt x="147943" y="788276"/>
                </a:cubicBezTo>
                <a:cubicBezTo>
                  <a:pt x="154950" y="839076"/>
                  <a:pt x="83129" y="881117"/>
                  <a:pt x="84881" y="924910"/>
                </a:cubicBezTo>
                <a:cubicBezTo>
                  <a:pt x="86633" y="968703"/>
                  <a:pt x="149695" y="1010744"/>
                  <a:pt x="158453" y="1051034"/>
                </a:cubicBezTo>
                <a:cubicBezTo>
                  <a:pt x="167212" y="1091324"/>
                  <a:pt x="140935" y="1129862"/>
                  <a:pt x="137432" y="1166648"/>
                </a:cubicBezTo>
              </a:path>
            </a:pathLst>
          </a:cu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フリーフォーム 22"/>
          <p:cNvSpPr/>
          <p:nvPr/>
        </p:nvSpPr>
        <p:spPr>
          <a:xfrm>
            <a:off x="8397766" y="5160579"/>
            <a:ext cx="157746" cy="1313793"/>
          </a:xfrm>
          <a:custGeom>
            <a:avLst/>
            <a:gdLst>
              <a:gd name="connsiteX0" fmla="*/ 42041 w 157746"/>
              <a:gd name="connsiteY0" fmla="*/ 0 h 1313793"/>
              <a:gd name="connsiteX1" fmla="*/ 157655 w 157746"/>
              <a:gd name="connsiteY1" fmla="*/ 346842 h 1313793"/>
              <a:gd name="connsiteX2" fmla="*/ 63062 w 157746"/>
              <a:gd name="connsiteY2" fmla="*/ 546538 h 1313793"/>
              <a:gd name="connsiteX3" fmla="*/ 157655 w 157746"/>
              <a:gd name="connsiteY3" fmla="*/ 809297 h 1313793"/>
              <a:gd name="connsiteX4" fmla="*/ 42041 w 157746"/>
              <a:gd name="connsiteY4" fmla="*/ 987973 h 1313793"/>
              <a:gd name="connsiteX5" fmla="*/ 84082 w 157746"/>
              <a:gd name="connsiteY5" fmla="*/ 1177159 h 1313793"/>
              <a:gd name="connsiteX6" fmla="*/ 0 w 157746"/>
              <a:gd name="connsiteY6" fmla="*/ 1313793 h 1313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746" h="1313793">
                <a:moveTo>
                  <a:pt x="42041" y="0"/>
                </a:moveTo>
                <a:cubicBezTo>
                  <a:pt x="98096" y="127876"/>
                  <a:pt x="154152" y="255752"/>
                  <a:pt x="157655" y="346842"/>
                </a:cubicBezTo>
                <a:cubicBezTo>
                  <a:pt x="161159" y="437932"/>
                  <a:pt x="63062" y="469462"/>
                  <a:pt x="63062" y="546538"/>
                </a:cubicBezTo>
                <a:cubicBezTo>
                  <a:pt x="63062" y="623614"/>
                  <a:pt x="161159" y="735725"/>
                  <a:pt x="157655" y="809297"/>
                </a:cubicBezTo>
                <a:cubicBezTo>
                  <a:pt x="154152" y="882870"/>
                  <a:pt x="54303" y="926663"/>
                  <a:pt x="42041" y="987973"/>
                </a:cubicBezTo>
                <a:cubicBezTo>
                  <a:pt x="29779" y="1049283"/>
                  <a:pt x="91089" y="1122856"/>
                  <a:pt x="84082" y="1177159"/>
                </a:cubicBezTo>
                <a:cubicBezTo>
                  <a:pt x="77075" y="1231462"/>
                  <a:pt x="0" y="1313793"/>
                  <a:pt x="0" y="1313793"/>
                </a:cubicBezTo>
              </a:path>
            </a:pathLst>
          </a:cu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フリーフォーム 23"/>
          <p:cNvSpPr/>
          <p:nvPr/>
        </p:nvSpPr>
        <p:spPr>
          <a:xfrm>
            <a:off x="8597462" y="5623034"/>
            <a:ext cx="126346" cy="777766"/>
          </a:xfrm>
          <a:custGeom>
            <a:avLst/>
            <a:gdLst>
              <a:gd name="connsiteX0" fmla="*/ 52552 w 126346"/>
              <a:gd name="connsiteY0" fmla="*/ 0 h 777766"/>
              <a:gd name="connsiteX1" fmla="*/ 126124 w 126346"/>
              <a:gd name="connsiteY1" fmla="*/ 220718 h 777766"/>
              <a:gd name="connsiteX2" fmla="*/ 31531 w 126346"/>
              <a:gd name="connsiteY2" fmla="*/ 430925 h 777766"/>
              <a:gd name="connsiteX3" fmla="*/ 84083 w 126346"/>
              <a:gd name="connsiteY3" fmla="*/ 620111 h 777766"/>
              <a:gd name="connsiteX4" fmla="*/ 0 w 126346"/>
              <a:gd name="connsiteY4" fmla="*/ 777766 h 777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346" h="777766">
                <a:moveTo>
                  <a:pt x="52552" y="0"/>
                </a:moveTo>
                <a:cubicBezTo>
                  <a:pt x="91090" y="74448"/>
                  <a:pt x="129628" y="148897"/>
                  <a:pt x="126124" y="220718"/>
                </a:cubicBezTo>
                <a:cubicBezTo>
                  <a:pt x="122621" y="292539"/>
                  <a:pt x="38538" y="364360"/>
                  <a:pt x="31531" y="430925"/>
                </a:cubicBezTo>
                <a:cubicBezTo>
                  <a:pt x="24524" y="497491"/>
                  <a:pt x="89338" y="562304"/>
                  <a:pt x="84083" y="620111"/>
                </a:cubicBezTo>
                <a:cubicBezTo>
                  <a:pt x="78828" y="677918"/>
                  <a:pt x="39414" y="727842"/>
                  <a:pt x="0" y="777766"/>
                </a:cubicBezTo>
              </a:path>
            </a:pathLst>
          </a:cu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147452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BAF24-E123-EA1A-58D3-3239571F865C}"/>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D898177D-B7D8-1810-7582-359EA06B654C}"/>
              </a:ext>
            </a:extLst>
          </p:cNvPr>
          <p:cNvSpPr/>
          <p:nvPr/>
        </p:nvSpPr>
        <p:spPr>
          <a:xfrm>
            <a:off x="-157898" y="-138037"/>
            <a:ext cx="9456574" cy="7036216"/>
          </a:xfrm>
          <a:prstGeom prst="rect">
            <a:avLst/>
          </a:prstGeom>
          <a:solidFill>
            <a:schemeClr val="bg1">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2" name="四角形: 角を丸くする 1">
            <a:extLst>
              <a:ext uri="{FF2B5EF4-FFF2-40B4-BE49-F238E27FC236}">
                <a16:creationId xmlns:a16="http://schemas.microsoft.com/office/drawing/2014/main" id="{B83C2822-CE3C-7BAE-5E9D-A383E132A939}"/>
              </a:ext>
            </a:extLst>
          </p:cNvPr>
          <p:cNvSpPr/>
          <p:nvPr/>
        </p:nvSpPr>
        <p:spPr>
          <a:xfrm>
            <a:off x="1979712" y="126534"/>
            <a:ext cx="5400600" cy="707886"/>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22" name="スライド番号プレースホルダー 1">
            <a:extLst>
              <a:ext uri="{FF2B5EF4-FFF2-40B4-BE49-F238E27FC236}">
                <a16:creationId xmlns:a16="http://schemas.microsoft.com/office/drawing/2014/main" id="{E4782749-07DC-3008-1EAB-4E836D41197B}"/>
              </a:ext>
            </a:extLst>
          </p:cNvPr>
          <p:cNvSpPr txBox="1">
            <a:spLocks/>
          </p:cNvSpPr>
          <p:nvPr/>
        </p:nvSpPr>
        <p:spPr>
          <a:xfrm>
            <a:off x="0" y="6499691"/>
            <a:ext cx="51263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FE8D982-16E6-404B-AAA5-09818BE20C55}" type="slidenum">
              <a:rPr kumimoji="1" lang="ja-JP" altLang="en-US" smtClean="0">
                <a:solidFill>
                  <a:schemeClr val="bg1"/>
                </a:solidFill>
              </a:rPr>
              <a:pPr/>
              <a:t>9</a:t>
            </a:fld>
            <a:endParaRPr kumimoji="1" lang="ja-JP" altLang="en-US" dirty="0">
              <a:solidFill>
                <a:schemeClr val="bg1"/>
              </a:solidFill>
            </a:endParaRPr>
          </a:p>
        </p:txBody>
      </p:sp>
      <p:sp>
        <p:nvSpPr>
          <p:cNvPr id="12" name="テキスト ボックス 11">
            <a:extLst>
              <a:ext uri="{FF2B5EF4-FFF2-40B4-BE49-F238E27FC236}">
                <a16:creationId xmlns:a16="http://schemas.microsoft.com/office/drawing/2014/main" id="{D3B8069A-DCB3-6261-60FC-BD43E9CBA449}"/>
              </a:ext>
            </a:extLst>
          </p:cNvPr>
          <p:cNvSpPr txBox="1"/>
          <p:nvPr/>
        </p:nvSpPr>
        <p:spPr>
          <a:xfrm>
            <a:off x="1043608" y="254911"/>
            <a:ext cx="7299091" cy="461665"/>
          </a:xfrm>
          <a:prstGeom prst="rect">
            <a:avLst/>
          </a:prstGeom>
          <a:noFill/>
        </p:spPr>
        <p:txBody>
          <a:bodyPr wrap="square" rtlCol="0">
            <a:spAutoFit/>
          </a:bodyPr>
          <a:lstStyle/>
          <a:p>
            <a:pPr algn="ctr"/>
            <a:r>
              <a:rPr kumimoji="1" lang="ja-JP" altLang="en-US" sz="2400" u="sng" dirty="0">
                <a:solidFill>
                  <a:schemeClr val="tx2">
                    <a:lumMod val="75000"/>
                  </a:schemeClr>
                </a:solidFill>
              </a:rPr>
              <a:t>ポストエフェクトや画面揺らし</a:t>
            </a:r>
            <a:endParaRPr kumimoji="1" lang="ja-JP" altLang="en-US" sz="2400" u="sng" dirty="0">
              <a:solidFill>
                <a:schemeClr val="tx2">
                  <a:lumMod val="75000"/>
                </a:schemeClr>
              </a:solidFill>
            </a:endParaRPr>
          </a:p>
        </p:txBody>
      </p:sp>
      <p:sp>
        <p:nvSpPr>
          <p:cNvPr id="11" name="四角形: 角を丸くする 1">
            <a:extLst>
              <a:ext uri="{FF2B5EF4-FFF2-40B4-BE49-F238E27FC236}">
                <a16:creationId xmlns:a16="http://schemas.microsoft.com/office/drawing/2014/main" id="{51E07305-C485-755B-74A5-251FC4A6BA56}"/>
              </a:ext>
            </a:extLst>
          </p:cNvPr>
          <p:cNvSpPr/>
          <p:nvPr/>
        </p:nvSpPr>
        <p:spPr>
          <a:xfrm>
            <a:off x="466297" y="1053832"/>
            <a:ext cx="8208184" cy="574968"/>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sz="2000" dirty="0" smtClean="0">
                <a:solidFill>
                  <a:schemeClr val="tx2"/>
                </a:solidFill>
                <a:latin typeface="HGSｺﾞｼｯｸE" panose="020B0900000000000000" pitchFamily="50" charset="-128"/>
                <a:ea typeface="HGSｺﾞｼｯｸE" panose="020B0900000000000000" pitchFamily="50" charset="-128"/>
              </a:rPr>
              <a:t>カメラではなく、スクリーンを揺らして画面揺らしを実装しました</a:t>
            </a: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pic>
        <p:nvPicPr>
          <p:cNvPr id="3" name="図 2"/>
          <p:cNvPicPr>
            <a:picLocks noChangeAspect="1"/>
          </p:cNvPicPr>
          <p:nvPr/>
        </p:nvPicPr>
        <p:blipFill>
          <a:blip r:embed="rId3"/>
          <a:stretch>
            <a:fillRect/>
          </a:stretch>
        </p:blipFill>
        <p:spPr>
          <a:xfrm>
            <a:off x="466297" y="1759254"/>
            <a:ext cx="8162925" cy="1504950"/>
          </a:xfrm>
          <a:prstGeom prst="rect">
            <a:avLst/>
          </a:prstGeom>
        </p:spPr>
      </p:pic>
      <p:pic>
        <p:nvPicPr>
          <p:cNvPr id="17" name="図 16"/>
          <p:cNvPicPr>
            <a:picLocks noChangeAspect="1"/>
          </p:cNvPicPr>
          <p:nvPr/>
        </p:nvPicPr>
        <p:blipFill rotWithShape="1">
          <a:blip r:embed="rId4" cstate="print">
            <a:extLst>
              <a:ext uri="{28A0092B-C50C-407E-A947-70E740481C1C}">
                <a14:useLocalDpi xmlns:a14="http://schemas.microsoft.com/office/drawing/2010/main" val="0"/>
              </a:ext>
            </a:extLst>
          </a:blip>
          <a:srcRect t="2867"/>
          <a:stretch/>
        </p:blipFill>
        <p:spPr>
          <a:xfrm>
            <a:off x="2339752" y="4213392"/>
            <a:ext cx="4184513" cy="2286299"/>
          </a:xfrm>
          <a:prstGeom prst="rect">
            <a:avLst/>
          </a:prstGeom>
          <a:ln w="57150">
            <a:noFill/>
          </a:ln>
        </p:spPr>
      </p:pic>
      <p:sp>
        <p:nvSpPr>
          <p:cNvPr id="19" name="フリーフォーム 18"/>
          <p:cNvSpPr/>
          <p:nvPr/>
        </p:nvSpPr>
        <p:spPr>
          <a:xfrm>
            <a:off x="1974305" y="4418994"/>
            <a:ext cx="301100" cy="1875094"/>
          </a:xfrm>
          <a:custGeom>
            <a:avLst/>
            <a:gdLst>
              <a:gd name="connsiteX0" fmla="*/ 74761 w 170152"/>
              <a:gd name="connsiteY0" fmla="*/ 0 h 1587062"/>
              <a:gd name="connsiteX1" fmla="*/ 1188 w 170152"/>
              <a:gd name="connsiteY1" fmla="*/ 451945 h 1587062"/>
              <a:gd name="connsiteX2" fmla="*/ 127312 w 170152"/>
              <a:gd name="connsiteY2" fmla="*/ 735724 h 1587062"/>
              <a:gd name="connsiteX3" fmla="*/ 53740 w 170152"/>
              <a:gd name="connsiteY3" fmla="*/ 1072055 h 1587062"/>
              <a:gd name="connsiteX4" fmla="*/ 169354 w 170152"/>
              <a:gd name="connsiteY4" fmla="*/ 1345324 h 1587062"/>
              <a:gd name="connsiteX5" fmla="*/ 95781 w 170152"/>
              <a:gd name="connsiteY5" fmla="*/ 1587062 h 1587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152" h="1587062">
                <a:moveTo>
                  <a:pt x="74761" y="0"/>
                </a:moveTo>
                <a:cubicBezTo>
                  <a:pt x="33595" y="164662"/>
                  <a:pt x="-7571" y="329324"/>
                  <a:pt x="1188" y="451945"/>
                </a:cubicBezTo>
                <a:cubicBezTo>
                  <a:pt x="9946" y="574566"/>
                  <a:pt x="118553" y="632372"/>
                  <a:pt x="127312" y="735724"/>
                </a:cubicBezTo>
                <a:cubicBezTo>
                  <a:pt x="136071" y="839076"/>
                  <a:pt x="46733" y="970455"/>
                  <a:pt x="53740" y="1072055"/>
                </a:cubicBezTo>
                <a:cubicBezTo>
                  <a:pt x="60747" y="1173655"/>
                  <a:pt x="162347" y="1259489"/>
                  <a:pt x="169354" y="1345324"/>
                </a:cubicBezTo>
                <a:cubicBezTo>
                  <a:pt x="176361" y="1431159"/>
                  <a:pt x="136071" y="1509110"/>
                  <a:pt x="95781" y="1587062"/>
                </a:cubicBezTo>
              </a:path>
            </a:pathLst>
          </a:custGeom>
          <a:ln w="19050"/>
        </p:spPr>
        <p:style>
          <a:lnRef idx="1">
            <a:schemeClr val="accent2"/>
          </a:lnRef>
          <a:fillRef idx="0">
            <a:schemeClr val="accent2"/>
          </a:fillRef>
          <a:effectRef idx="0">
            <a:schemeClr val="accent2"/>
          </a:effectRef>
          <a:fontRef idx="minor">
            <a:schemeClr val="tx1"/>
          </a:fontRef>
        </p:style>
        <p:txBody>
          <a:bodyPr rtlCol="0" anchor="ctr"/>
          <a:lstStyle/>
          <a:p>
            <a:pPr algn="ctr"/>
            <a:endParaRPr kumimoji="1" lang="ja-JP" altLang="en-US"/>
          </a:p>
        </p:txBody>
      </p:sp>
      <p:sp>
        <p:nvSpPr>
          <p:cNvPr id="20" name="フリーフォーム 19"/>
          <p:cNvSpPr/>
          <p:nvPr/>
        </p:nvSpPr>
        <p:spPr>
          <a:xfrm>
            <a:off x="1778782" y="4986363"/>
            <a:ext cx="283542" cy="1378380"/>
          </a:xfrm>
          <a:custGeom>
            <a:avLst/>
            <a:gdLst>
              <a:gd name="connsiteX0" fmla="*/ 74370 w 160230"/>
              <a:gd name="connsiteY0" fmla="*/ 0 h 1166648"/>
              <a:gd name="connsiteX1" fmla="*/ 798 w 160230"/>
              <a:gd name="connsiteY1" fmla="*/ 304800 h 1166648"/>
              <a:gd name="connsiteX2" fmla="*/ 116412 w 160230"/>
              <a:gd name="connsiteY2" fmla="*/ 430924 h 1166648"/>
              <a:gd name="connsiteX3" fmla="*/ 42839 w 160230"/>
              <a:gd name="connsiteY3" fmla="*/ 620110 h 1166648"/>
              <a:gd name="connsiteX4" fmla="*/ 147943 w 160230"/>
              <a:gd name="connsiteY4" fmla="*/ 788276 h 1166648"/>
              <a:gd name="connsiteX5" fmla="*/ 84881 w 160230"/>
              <a:gd name="connsiteY5" fmla="*/ 924910 h 1166648"/>
              <a:gd name="connsiteX6" fmla="*/ 158453 w 160230"/>
              <a:gd name="connsiteY6" fmla="*/ 1051034 h 1166648"/>
              <a:gd name="connsiteX7" fmla="*/ 137432 w 160230"/>
              <a:gd name="connsiteY7" fmla="*/ 1166648 h 116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230" h="1166648">
                <a:moveTo>
                  <a:pt x="74370" y="0"/>
                </a:moveTo>
                <a:cubicBezTo>
                  <a:pt x="34080" y="116489"/>
                  <a:pt x="-6209" y="232979"/>
                  <a:pt x="798" y="304800"/>
                </a:cubicBezTo>
                <a:cubicBezTo>
                  <a:pt x="7805" y="376621"/>
                  <a:pt x="109405" y="378372"/>
                  <a:pt x="116412" y="430924"/>
                </a:cubicBezTo>
                <a:cubicBezTo>
                  <a:pt x="123419" y="483476"/>
                  <a:pt x="37584" y="560551"/>
                  <a:pt x="42839" y="620110"/>
                </a:cubicBezTo>
                <a:cubicBezTo>
                  <a:pt x="48094" y="679669"/>
                  <a:pt x="140936" y="737476"/>
                  <a:pt x="147943" y="788276"/>
                </a:cubicBezTo>
                <a:cubicBezTo>
                  <a:pt x="154950" y="839076"/>
                  <a:pt x="83129" y="881117"/>
                  <a:pt x="84881" y="924910"/>
                </a:cubicBezTo>
                <a:cubicBezTo>
                  <a:pt x="86633" y="968703"/>
                  <a:pt x="149695" y="1010744"/>
                  <a:pt x="158453" y="1051034"/>
                </a:cubicBezTo>
                <a:cubicBezTo>
                  <a:pt x="167212" y="1091324"/>
                  <a:pt x="140935" y="1129862"/>
                  <a:pt x="137432" y="1166648"/>
                </a:cubicBezTo>
              </a:path>
            </a:pathLst>
          </a:cu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フリーフォーム 20"/>
          <p:cNvSpPr/>
          <p:nvPr/>
        </p:nvSpPr>
        <p:spPr>
          <a:xfrm>
            <a:off x="6801693" y="4501959"/>
            <a:ext cx="204133" cy="1893244"/>
          </a:xfrm>
          <a:custGeom>
            <a:avLst/>
            <a:gdLst>
              <a:gd name="connsiteX0" fmla="*/ 42041 w 157746"/>
              <a:gd name="connsiteY0" fmla="*/ 0 h 1313793"/>
              <a:gd name="connsiteX1" fmla="*/ 157655 w 157746"/>
              <a:gd name="connsiteY1" fmla="*/ 346842 h 1313793"/>
              <a:gd name="connsiteX2" fmla="*/ 63062 w 157746"/>
              <a:gd name="connsiteY2" fmla="*/ 546538 h 1313793"/>
              <a:gd name="connsiteX3" fmla="*/ 157655 w 157746"/>
              <a:gd name="connsiteY3" fmla="*/ 809297 h 1313793"/>
              <a:gd name="connsiteX4" fmla="*/ 42041 w 157746"/>
              <a:gd name="connsiteY4" fmla="*/ 987973 h 1313793"/>
              <a:gd name="connsiteX5" fmla="*/ 84082 w 157746"/>
              <a:gd name="connsiteY5" fmla="*/ 1177159 h 1313793"/>
              <a:gd name="connsiteX6" fmla="*/ 0 w 157746"/>
              <a:gd name="connsiteY6" fmla="*/ 1313793 h 1313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746" h="1313793">
                <a:moveTo>
                  <a:pt x="42041" y="0"/>
                </a:moveTo>
                <a:cubicBezTo>
                  <a:pt x="98096" y="127876"/>
                  <a:pt x="154152" y="255752"/>
                  <a:pt x="157655" y="346842"/>
                </a:cubicBezTo>
                <a:cubicBezTo>
                  <a:pt x="161159" y="437932"/>
                  <a:pt x="63062" y="469462"/>
                  <a:pt x="63062" y="546538"/>
                </a:cubicBezTo>
                <a:cubicBezTo>
                  <a:pt x="63062" y="623614"/>
                  <a:pt x="161159" y="735725"/>
                  <a:pt x="157655" y="809297"/>
                </a:cubicBezTo>
                <a:cubicBezTo>
                  <a:pt x="154152" y="882870"/>
                  <a:pt x="54303" y="926663"/>
                  <a:pt x="42041" y="987973"/>
                </a:cubicBezTo>
                <a:cubicBezTo>
                  <a:pt x="29779" y="1049283"/>
                  <a:pt x="91089" y="1122856"/>
                  <a:pt x="84082" y="1177159"/>
                </a:cubicBezTo>
                <a:cubicBezTo>
                  <a:pt x="77075" y="1231462"/>
                  <a:pt x="0" y="1313793"/>
                  <a:pt x="0" y="1313793"/>
                </a:cubicBezTo>
              </a:path>
            </a:pathLst>
          </a:cu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フリーフォーム 23"/>
          <p:cNvSpPr/>
          <p:nvPr/>
        </p:nvSpPr>
        <p:spPr>
          <a:xfrm>
            <a:off x="7010623" y="5200829"/>
            <a:ext cx="163499" cy="1120801"/>
          </a:xfrm>
          <a:custGeom>
            <a:avLst/>
            <a:gdLst>
              <a:gd name="connsiteX0" fmla="*/ 52552 w 126346"/>
              <a:gd name="connsiteY0" fmla="*/ 0 h 777766"/>
              <a:gd name="connsiteX1" fmla="*/ 126124 w 126346"/>
              <a:gd name="connsiteY1" fmla="*/ 220718 h 777766"/>
              <a:gd name="connsiteX2" fmla="*/ 31531 w 126346"/>
              <a:gd name="connsiteY2" fmla="*/ 430925 h 777766"/>
              <a:gd name="connsiteX3" fmla="*/ 84083 w 126346"/>
              <a:gd name="connsiteY3" fmla="*/ 620111 h 777766"/>
              <a:gd name="connsiteX4" fmla="*/ 0 w 126346"/>
              <a:gd name="connsiteY4" fmla="*/ 777766 h 777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346" h="777766">
                <a:moveTo>
                  <a:pt x="52552" y="0"/>
                </a:moveTo>
                <a:cubicBezTo>
                  <a:pt x="91090" y="74448"/>
                  <a:pt x="129628" y="148897"/>
                  <a:pt x="126124" y="220718"/>
                </a:cubicBezTo>
                <a:cubicBezTo>
                  <a:pt x="122621" y="292539"/>
                  <a:pt x="38538" y="364360"/>
                  <a:pt x="31531" y="430925"/>
                </a:cubicBezTo>
                <a:cubicBezTo>
                  <a:pt x="24524" y="497491"/>
                  <a:pt x="89338" y="562304"/>
                  <a:pt x="84083" y="620111"/>
                </a:cubicBezTo>
                <a:cubicBezTo>
                  <a:pt x="78828" y="677918"/>
                  <a:pt x="39414" y="727842"/>
                  <a:pt x="0" y="777766"/>
                </a:cubicBezTo>
              </a:path>
            </a:pathLst>
          </a:cu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下矢印 24"/>
          <p:cNvSpPr/>
          <p:nvPr/>
        </p:nvSpPr>
        <p:spPr>
          <a:xfrm>
            <a:off x="4115711" y="3531889"/>
            <a:ext cx="864096" cy="481633"/>
          </a:xfrm>
          <a:prstGeom prst="downArrow">
            <a:avLst/>
          </a:prstGeom>
          <a:solidFill>
            <a:srgbClr val="4F81BD"/>
          </a:solidFill>
          <a:ln w="25400">
            <a:solidFill>
              <a:schemeClr val="accent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Tree>
    <p:extLst>
      <p:ext uri="{BB962C8B-B14F-4D97-AF65-F5344CB8AC3E}">
        <p14:creationId xmlns:p14="http://schemas.microsoft.com/office/powerpoint/2010/main" val="1709419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BAF24-E123-EA1A-58D3-3239571F865C}"/>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D898177D-B7D8-1810-7582-359EA06B654C}"/>
              </a:ext>
            </a:extLst>
          </p:cNvPr>
          <p:cNvSpPr/>
          <p:nvPr/>
        </p:nvSpPr>
        <p:spPr>
          <a:xfrm>
            <a:off x="-35134" y="0"/>
            <a:ext cx="9456574" cy="7036216"/>
          </a:xfrm>
          <a:prstGeom prst="rect">
            <a:avLst/>
          </a:prstGeom>
          <a:solidFill>
            <a:schemeClr val="bg1">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2" name="四角形: 角を丸くする 1">
            <a:extLst>
              <a:ext uri="{FF2B5EF4-FFF2-40B4-BE49-F238E27FC236}">
                <a16:creationId xmlns:a16="http://schemas.microsoft.com/office/drawing/2014/main" id="{B83C2822-CE3C-7BAE-5E9D-A383E132A939}"/>
              </a:ext>
            </a:extLst>
          </p:cNvPr>
          <p:cNvSpPr/>
          <p:nvPr/>
        </p:nvSpPr>
        <p:spPr>
          <a:xfrm>
            <a:off x="1979712" y="126534"/>
            <a:ext cx="5400600" cy="707886"/>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22" name="スライド番号プレースホルダー 1">
            <a:extLst>
              <a:ext uri="{FF2B5EF4-FFF2-40B4-BE49-F238E27FC236}">
                <a16:creationId xmlns:a16="http://schemas.microsoft.com/office/drawing/2014/main" id="{E4782749-07DC-3008-1EAB-4E836D41197B}"/>
              </a:ext>
            </a:extLst>
          </p:cNvPr>
          <p:cNvSpPr txBox="1">
            <a:spLocks/>
          </p:cNvSpPr>
          <p:nvPr/>
        </p:nvSpPr>
        <p:spPr>
          <a:xfrm>
            <a:off x="0" y="6499691"/>
            <a:ext cx="51263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FE8D982-16E6-404B-AAA5-09818BE20C55}" type="slidenum">
              <a:rPr kumimoji="1" lang="ja-JP" altLang="en-US" smtClean="0">
                <a:solidFill>
                  <a:schemeClr val="bg1"/>
                </a:solidFill>
              </a:rPr>
              <a:pPr/>
              <a:t>10</a:t>
            </a:fld>
            <a:endParaRPr kumimoji="1" lang="ja-JP" altLang="en-US" dirty="0">
              <a:solidFill>
                <a:schemeClr val="bg1"/>
              </a:solidFill>
            </a:endParaRPr>
          </a:p>
        </p:txBody>
      </p:sp>
      <p:sp>
        <p:nvSpPr>
          <p:cNvPr id="12" name="テキスト ボックス 11">
            <a:extLst>
              <a:ext uri="{FF2B5EF4-FFF2-40B4-BE49-F238E27FC236}">
                <a16:creationId xmlns:a16="http://schemas.microsoft.com/office/drawing/2014/main" id="{D3B8069A-DCB3-6261-60FC-BD43E9CBA449}"/>
              </a:ext>
            </a:extLst>
          </p:cNvPr>
          <p:cNvSpPr txBox="1"/>
          <p:nvPr/>
        </p:nvSpPr>
        <p:spPr>
          <a:xfrm>
            <a:off x="1043608" y="254911"/>
            <a:ext cx="7299091" cy="461665"/>
          </a:xfrm>
          <a:prstGeom prst="rect">
            <a:avLst/>
          </a:prstGeom>
          <a:noFill/>
        </p:spPr>
        <p:txBody>
          <a:bodyPr wrap="square" rtlCol="0">
            <a:spAutoFit/>
          </a:bodyPr>
          <a:lstStyle/>
          <a:p>
            <a:pPr algn="ctr"/>
            <a:r>
              <a:rPr kumimoji="1" lang="ja-JP" altLang="en-US" sz="2400" u="sng" dirty="0">
                <a:solidFill>
                  <a:schemeClr val="tx2">
                    <a:lumMod val="75000"/>
                  </a:schemeClr>
                </a:solidFill>
              </a:rPr>
              <a:t>ポストエフェクトや画面揺らし</a:t>
            </a:r>
            <a:endParaRPr kumimoji="1" lang="ja-JP" altLang="en-US" sz="2400" u="sng" dirty="0">
              <a:solidFill>
                <a:schemeClr val="tx2">
                  <a:lumMod val="75000"/>
                </a:schemeClr>
              </a:solidFill>
            </a:endParaRPr>
          </a:p>
        </p:txBody>
      </p:sp>
      <p:sp>
        <p:nvSpPr>
          <p:cNvPr id="11" name="四角形: 角を丸くする 1">
            <a:extLst>
              <a:ext uri="{FF2B5EF4-FFF2-40B4-BE49-F238E27FC236}">
                <a16:creationId xmlns:a16="http://schemas.microsoft.com/office/drawing/2014/main" id="{51E07305-C485-755B-74A5-251FC4A6BA56}"/>
              </a:ext>
            </a:extLst>
          </p:cNvPr>
          <p:cNvSpPr/>
          <p:nvPr/>
        </p:nvSpPr>
        <p:spPr>
          <a:xfrm>
            <a:off x="3310249" y="955902"/>
            <a:ext cx="2739526" cy="574968"/>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sz="2000" dirty="0" smtClean="0">
                <a:solidFill>
                  <a:schemeClr val="tx2"/>
                </a:solidFill>
                <a:latin typeface="HGSｺﾞｼｯｸE" panose="020B0900000000000000" pitchFamily="50" charset="-128"/>
                <a:ea typeface="HGSｺﾞｼｯｸE" panose="020B0900000000000000" pitchFamily="50" charset="-128"/>
              </a:rPr>
              <a:t>ポストエフェクト</a:t>
            </a: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pic>
        <p:nvPicPr>
          <p:cNvPr id="4" name="図 3"/>
          <p:cNvPicPr>
            <a:picLocks noChangeAspect="1"/>
          </p:cNvPicPr>
          <p:nvPr/>
        </p:nvPicPr>
        <p:blipFill>
          <a:blip r:embed="rId3"/>
          <a:stretch>
            <a:fillRect/>
          </a:stretch>
        </p:blipFill>
        <p:spPr>
          <a:xfrm>
            <a:off x="263289" y="1652352"/>
            <a:ext cx="5339482" cy="1041650"/>
          </a:xfrm>
          <a:prstGeom prst="rect">
            <a:avLst/>
          </a:prstGeom>
        </p:spPr>
      </p:pic>
      <p:sp>
        <p:nvSpPr>
          <p:cNvPr id="16" name="四角形: 角を丸くする 1">
            <a:extLst>
              <a:ext uri="{FF2B5EF4-FFF2-40B4-BE49-F238E27FC236}">
                <a16:creationId xmlns:a16="http://schemas.microsoft.com/office/drawing/2014/main" id="{51E07305-C485-755B-74A5-251FC4A6BA56}"/>
              </a:ext>
            </a:extLst>
          </p:cNvPr>
          <p:cNvSpPr/>
          <p:nvPr/>
        </p:nvSpPr>
        <p:spPr>
          <a:xfrm>
            <a:off x="319370" y="1085549"/>
            <a:ext cx="1584176" cy="574968"/>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sz="2000" dirty="0" smtClean="0">
                <a:solidFill>
                  <a:schemeClr val="tx2"/>
                </a:solidFill>
                <a:latin typeface="HGSｺﾞｼｯｸE" panose="020B0900000000000000" pitchFamily="50" charset="-128"/>
                <a:ea typeface="HGSｺﾞｼｯｸE" panose="020B0900000000000000" pitchFamily="50" charset="-128"/>
              </a:rPr>
              <a:t>セピア調</a:t>
            </a: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pic>
        <p:nvPicPr>
          <p:cNvPr id="5" name="図 4"/>
          <p:cNvPicPr>
            <a:picLocks noChangeAspect="1"/>
          </p:cNvPicPr>
          <p:nvPr/>
        </p:nvPicPr>
        <p:blipFill rotWithShape="1">
          <a:blip r:embed="rId4"/>
          <a:srcRect t="35097"/>
          <a:stretch/>
        </p:blipFill>
        <p:spPr>
          <a:xfrm>
            <a:off x="214811" y="3508771"/>
            <a:ext cx="5248300" cy="1127761"/>
          </a:xfrm>
          <a:prstGeom prst="rect">
            <a:avLst/>
          </a:prstGeom>
        </p:spPr>
      </p:pic>
      <p:sp>
        <p:nvSpPr>
          <p:cNvPr id="18" name="四角形: 角を丸くする 1">
            <a:extLst>
              <a:ext uri="{FF2B5EF4-FFF2-40B4-BE49-F238E27FC236}">
                <a16:creationId xmlns:a16="http://schemas.microsoft.com/office/drawing/2014/main" id="{51E07305-C485-755B-74A5-251FC4A6BA56}"/>
              </a:ext>
            </a:extLst>
          </p:cNvPr>
          <p:cNvSpPr/>
          <p:nvPr/>
        </p:nvSpPr>
        <p:spPr>
          <a:xfrm>
            <a:off x="188717" y="2909533"/>
            <a:ext cx="4104456" cy="574968"/>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sz="2000" dirty="0" smtClean="0">
                <a:solidFill>
                  <a:schemeClr val="tx2"/>
                </a:solidFill>
                <a:latin typeface="HGSｺﾞｼｯｸE" panose="020B0900000000000000" pitchFamily="50" charset="-128"/>
                <a:ea typeface="HGSｺﾞｼｯｸE" panose="020B0900000000000000" pitchFamily="50" charset="-128"/>
              </a:rPr>
              <a:t>ビネット</a:t>
            </a:r>
            <a:r>
              <a:rPr kumimoji="1" lang="en-US" altLang="ja-JP" sz="2000" dirty="0" smtClean="0">
                <a:solidFill>
                  <a:schemeClr val="tx2"/>
                </a:solidFill>
                <a:latin typeface="HGSｺﾞｼｯｸE" panose="020B0900000000000000" pitchFamily="50" charset="-128"/>
                <a:ea typeface="HGSｺﾞｼｯｸE" panose="020B0900000000000000" pitchFamily="50" charset="-128"/>
              </a:rPr>
              <a:t>(</a:t>
            </a:r>
            <a:r>
              <a:rPr kumimoji="1" lang="ja-JP" altLang="en-US" sz="2000" dirty="0" smtClean="0">
                <a:solidFill>
                  <a:schemeClr val="tx2"/>
                </a:solidFill>
                <a:latin typeface="HGSｺﾞｼｯｸE" panose="020B0900000000000000" pitchFamily="50" charset="-128"/>
                <a:ea typeface="HGSｺﾞｼｯｸE" panose="020B0900000000000000" pitchFamily="50" charset="-128"/>
              </a:rPr>
              <a:t>画面周りを暗くする</a:t>
            </a:r>
            <a:r>
              <a:rPr kumimoji="1" lang="en-US" altLang="ja-JP" sz="2000" dirty="0" smtClean="0">
                <a:solidFill>
                  <a:schemeClr val="tx2"/>
                </a:solidFill>
                <a:latin typeface="HGSｺﾞｼｯｸE" panose="020B0900000000000000" pitchFamily="50" charset="-128"/>
                <a:ea typeface="HGSｺﾞｼｯｸE" panose="020B0900000000000000" pitchFamily="50" charset="-128"/>
              </a:rPr>
              <a:t>)</a:t>
            </a: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pic>
        <p:nvPicPr>
          <p:cNvPr id="6" name="図 5"/>
          <p:cNvPicPr>
            <a:picLocks noChangeAspect="1"/>
          </p:cNvPicPr>
          <p:nvPr/>
        </p:nvPicPr>
        <p:blipFill>
          <a:blip r:embed="rId5"/>
          <a:stretch>
            <a:fillRect/>
          </a:stretch>
        </p:blipFill>
        <p:spPr>
          <a:xfrm>
            <a:off x="101388" y="5404279"/>
            <a:ext cx="5934075" cy="1200150"/>
          </a:xfrm>
          <a:prstGeom prst="rect">
            <a:avLst/>
          </a:prstGeom>
        </p:spPr>
      </p:pic>
      <p:sp>
        <p:nvSpPr>
          <p:cNvPr id="26" name="四角形: 角を丸くする 1">
            <a:extLst>
              <a:ext uri="{FF2B5EF4-FFF2-40B4-BE49-F238E27FC236}">
                <a16:creationId xmlns:a16="http://schemas.microsoft.com/office/drawing/2014/main" id="{51E07305-C485-755B-74A5-251FC4A6BA56}"/>
              </a:ext>
            </a:extLst>
          </p:cNvPr>
          <p:cNvSpPr/>
          <p:nvPr/>
        </p:nvSpPr>
        <p:spPr>
          <a:xfrm>
            <a:off x="101388" y="4821306"/>
            <a:ext cx="2855438" cy="574968"/>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sz="2000" dirty="0" smtClean="0">
                <a:solidFill>
                  <a:schemeClr val="tx2"/>
                </a:solidFill>
                <a:latin typeface="HGSｺﾞｼｯｸE" panose="020B0900000000000000" pitchFamily="50" charset="-128"/>
                <a:ea typeface="HGSｺﾞｼｯｸE" panose="020B0900000000000000" pitchFamily="50" charset="-128"/>
              </a:rPr>
              <a:t>ノイズ</a:t>
            </a:r>
            <a:r>
              <a:rPr kumimoji="1" lang="en-US" altLang="ja-JP" sz="2000" dirty="0" smtClean="0">
                <a:solidFill>
                  <a:schemeClr val="tx2"/>
                </a:solidFill>
                <a:latin typeface="HGSｺﾞｼｯｸE" panose="020B0900000000000000" pitchFamily="50" charset="-128"/>
                <a:ea typeface="HGSｺﾞｼｯｸE" panose="020B0900000000000000" pitchFamily="50" charset="-128"/>
              </a:rPr>
              <a:t>(</a:t>
            </a:r>
            <a:r>
              <a:rPr kumimoji="1" lang="ja-JP" altLang="en-US" sz="2000" dirty="0" smtClean="0">
                <a:solidFill>
                  <a:schemeClr val="tx2"/>
                </a:solidFill>
                <a:latin typeface="HGSｺﾞｼｯｸE" panose="020B0900000000000000" pitchFamily="50" charset="-128"/>
                <a:ea typeface="HGSｺﾞｼｯｸE" panose="020B0900000000000000" pitchFamily="50" charset="-128"/>
              </a:rPr>
              <a:t>黒の縦線</a:t>
            </a:r>
            <a:r>
              <a:rPr kumimoji="1" lang="en-US" altLang="ja-JP" sz="2000" dirty="0" smtClean="0">
                <a:solidFill>
                  <a:schemeClr val="tx2"/>
                </a:solidFill>
                <a:latin typeface="HGSｺﾞｼｯｸE" panose="020B0900000000000000" pitchFamily="50" charset="-128"/>
                <a:ea typeface="HGSｺﾞｼｯｸE" panose="020B0900000000000000" pitchFamily="50" charset="-128"/>
              </a:rPr>
              <a:t>)</a:t>
            </a: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pic>
        <p:nvPicPr>
          <p:cNvPr id="27" name="図 26"/>
          <p:cNvPicPr>
            <a:picLocks noChangeAspect="1"/>
          </p:cNvPicPr>
          <p:nvPr/>
        </p:nvPicPr>
        <p:blipFill>
          <a:blip r:embed="rId6"/>
          <a:stretch>
            <a:fillRect/>
          </a:stretch>
        </p:blipFill>
        <p:spPr>
          <a:xfrm>
            <a:off x="5966593" y="2801366"/>
            <a:ext cx="3086655" cy="1906463"/>
          </a:xfrm>
          <a:prstGeom prst="rect">
            <a:avLst/>
          </a:prstGeom>
        </p:spPr>
      </p:pic>
      <p:sp>
        <p:nvSpPr>
          <p:cNvPr id="28" name="下矢印 15">
            <a:extLst>
              <a:ext uri="{FF2B5EF4-FFF2-40B4-BE49-F238E27FC236}">
                <a16:creationId xmlns:a16="http://schemas.microsoft.com/office/drawing/2014/main" id="{71804273-BCCD-20EE-92A0-B4962950F127}"/>
              </a:ext>
            </a:extLst>
          </p:cNvPr>
          <p:cNvSpPr/>
          <p:nvPr/>
        </p:nvSpPr>
        <p:spPr>
          <a:xfrm rot="16200000">
            <a:off x="5469499" y="3478442"/>
            <a:ext cx="864096" cy="589180"/>
          </a:xfrm>
          <a:prstGeom prst="downArrow">
            <a:avLst/>
          </a:prstGeom>
          <a:solidFill>
            <a:srgbClr val="4F81BD"/>
          </a:solidFill>
          <a:ln w="25400">
            <a:solidFill>
              <a:schemeClr val="accent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Tree>
    <p:extLst>
      <p:ext uri="{BB962C8B-B14F-4D97-AF65-F5344CB8AC3E}">
        <p14:creationId xmlns:p14="http://schemas.microsoft.com/office/powerpoint/2010/main" val="29131104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34E4B-CB2A-936D-24F0-0873A8FBB40C}"/>
            </a:ext>
          </a:extLst>
        </p:cNvPr>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D898177D-B7D8-1810-7582-359EA06B654C}"/>
              </a:ext>
            </a:extLst>
          </p:cNvPr>
          <p:cNvSpPr/>
          <p:nvPr/>
        </p:nvSpPr>
        <p:spPr>
          <a:xfrm>
            <a:off x="-48481" y="741284"/>
            <a:ext cx="9324528" cy="6123532"/>
          </a:xfrm>
          <a:prstGeom prst="rect">
            <a:avLst/>
          </a:prstGeom>
          <a:solidFill>
            <a:schemeClr val="bg1">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2" name="四角形: 角を丸くする 1">
            <a:extLst>
              <a:ext uri="{FF2B5EF4-FFF2-40B4-BE49-F238E27FC236}">
                <a16:creationId xmlns:a16="http://schemas.microsoft.com/office/drawing/2014/main" id="{A53C9426-647B-269A-56CE-6122CDA31965}"/>
              </a:ext>
            </a:extLst>
          </p:cNvPr>
          <p:cNvSpPr/>
          <p:nvPr/>
        </p:nvSpPr>
        <p:spPr>
          <a:xfrm>
            <a:off x="1979712" y="826722"/>
            <a:ext cx="5400600" cy="707886"/>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22" name="スライド番号プレースホルダー 1">
            <a:extLst>
              <a:ext uri="{FF2B5EF4-FFF2-40B4-BE49-F238E27FC236}">
                <a16:creationId xmlns:a16="http://schemas.microsoft.com/office/drawing/2014/main" id="{1FD3A603-9747-8A1B-1DA1-321E2CFDDD9F}"/>
              </a:ext>
            </a:extLst>
          </p:cNvPr>
          <p:cNvSpPr txBox="1">
            <a:spLocks/>
          </p:cNvSpPr>
          <p:nvPr/>
        </p:nvSpPr>
        <p:spPr>
          <a:xfrm>
            <a:off x="0" y="6499691"/>
            <a:ext cx="51263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FE8D982-16E6-404B-AAA5-09818BE20C55}" type="slidenum">
              <a:rPr kumimoji="1" lang="ja-JP" altLang="en-US" smtClean="0">
                <a:solidFill>
                  <a:schemeClr val="bg1"/>
                </a:solidFill>
              </a:rPr>
              <a:pPr/>
              <a:t>11</a:t>
            </a:fld>
            <a:endParaRPr kumimoji="1" lang="ja-JP" altLang="en-US" dirty="0">
              <a:solidFill>
                <a:schemeClr val="bg1"/>
              </a:solidFill>
            </a:endParaRPr>
          </a:p>
        </p:txBody>
      </p:sp>
      <p:sp>
        <p:nvSpPr>
          <p:cNvPr id="5" name="Rectangle 1">
            <a:extLst>
              <a:ext uri="{FF2B5EF4-FFF2-40B4-BE49-F238E27FC236}">
                <a16:creationId xmlns:a16="http://schemas.microsoft.com/office/drawing/2014/main" id="{BC8736F5-EB2C-1C26-AC50-385A047F3D77}"/>
              </a:ext>
            </a:extLst>
          </p:cNvPr>
          <p:cNvSpPr>
            <a:spLocks noChangeArrowheads="1"/>
          </p:cNvSpPr>
          <p:nvPr/>
        </p:nvSpPr>
        <p:spPr bwMode="auto">
          <a:xfrm>
            <a:off x="256319" y="33398"/>
            <a:ext cx="9005208" cy="707886"/>
          </a:xfrm>
          <a:prstGeom prst="rect">
            <a:avLst/>
          </a:prstGeom>
          <a:solidFill>
            <a:schemeClr val="bg1"/>
          </a:solidFill>
          <a:ln w="19050">
            <a:solidFill>
              <a:schemeClr val="accent1">
                <a:lumMod val="75000"/>
              </a:schemeClr>
            </a:solid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en-US" altLang="ja-JP" sz="4000" dirty="0">
                <a:solidFill>
                  <a:schemeClr val="tx2">
                    <a:lumMod val="75000"/>
                  </a:schemeClr>
                </a:solidFill>
              </a:rPr>
              <a:t>		  </a:t>
            </a:r>
            <a:r>
              <a:rPr kumimoji="0" lang="ja-JP" altLang="en-US" sz="4000" dirty="0" smtClean="0">
                <a:solidFill>
                  <a:schemeClr val="tx2">
                    <a:lumMod val="75000"/>
                  </a:schemeClr>
                </a:solidFill>
              </a:rPr>
              <a:t>アピールポイント④</a:t>
            </a:r>
            <a:endParaRPr lang="en-US" altLang="ja-JP" sz="4000" dirty="0">
              <a:solidFill>
                <a:schemeClr val="tx2">
                  <a:lumMod val="75000"/>
                </a:schemeClr>
              </a:solidFill>
            </a:endParaRPr>
          </a:p>
        </p:txBody>
      </p:sp>
      <p:sp>
        <p:nvSpPr>
          <p:cNvPr id="12" name="テキスト ボックス 11">
            <a:extLst>
              <a:ext uri="{FF2B5EF4-FFF2-40B4-BE49-F238E27FC236}">
                <a16:creationId xmlns:a16="http://schemas.microsoft.com/office/drawing/2014/main" id="{47FC157F-C657-4D5F-8805-2270253AB331}"/>
              </a:ext>
            </a:extLst>
          </p:cNvPr>
          <p:cNvSpPr txBox="1"/>
          <p:nvPr/>
        </p:nvSpPr>
        <p:spPr>
          <a:xfrm>
            <a:off x="1933988" y="955099"/>
            <a:ext cx="5518332" cy="461665"/>
          </a:xfrm>
          <a:prstGeom prst="rect">
            <a:avLst/>
          </a:prstGeom>
          <a:noFill/>
        </p:spPr>
        <p:txBody>
          <a:bodyPr wrap="square" rtlCol="0">
            <a:spAutoFit/>
          </a:bodyPr>
          <a:lstStyle/>
          <a:p>
            <a:pPr algn="ctr"/>
            <a:r>
              <a:rPr kumimoji="1" lang="ja-JP" altLang="en-US" sz="2400" u="sng" dirty="0" smtClean="0">
                <a:solidFill>
                  <a:schemeClr val="tx2">
                    <a:lumMod val="75000"/>
                  </a:schemeClr>
                </a:solidFill>
              </a:rPr>
              <a:t>ステートパターンを使った敵</a:t>
            </a:r>
            <a:r>
              <a:rPr kumimoji="1" lang="en-US" altLang="ja-JP" sz="2400" u="sng" dirty="0" smtClean="0">
                <a:solidFill>
                  <a:schemeClr val="tx2">
                    <a:lumMod val="75000"/>
                  </a:schemeClr>
                </a:solidFill>
              </a:rPr>
              <a:t>AI</a:t>
            </a:r>
            <a:r>
              <a:rPr kumimoji="1" lang="ja-JP" altLang="en-US" sz="2400" u="sng" dirty="0" smtClean="0">
                <a:solidFill>
                  <a:schemeClr val="tx2">
                    <a:lumMod val="75000"/>
                  </a:schemeClr>
                </a:solidFill>
              </a:rPr>
              <a:t>制御</a:t>
            </a:r>
            <a:endParaRPr kumimoji="1" lang="ja-JP" altLang="en-US" sz="2400" u="sng" dirty="0">
              <a:solidFill>
                <a:schemeClr val="tx2">
                  <a:lumMod val="75000"/>
                </a:schemeClr>
              </a:solidFill>
            </a:endParaRPr>
          </a:p>
        </p:txBody>
      </p:sp>
      <p:sp>
        <p:nvSpPr>
          <p:cNvPr id="32" name="テキスト ボックス 31">
            <a:extLst>
              <a:ext uri="{FF2B5EF4-FFF2-40B4-BE49-F238E27FC236}">
                <a16:creationId xmlns:a16="http://schemas.microsoft.com/office/drawing/2014/main" id="{6212B6CA-BB9B-68F7-6FF1-E848724A9BE5}"/>
              </a:ext>
            </a:extLst>
          </p:cNvPr>
          <p:cNvSpPr txBox="1"/>
          <p:nvPr/>
        </p:nvSpPr>
        <p:spPr>
          <a:xfrm>
            <a:off x="256319" y="2099309"/>
            <a:ext cx="4104456" cy="2246769"/>
          </a:xfrm>
          <a:prstGeom prst="rect">
            <a:avLst/>
          </a:prstGeom>
          <a:noFill/>
        </p:spPr>
        <p:txBody>
          <a:bodyPr wrap="square" rtlCol="0">
            <a:spAutoFit/>
          </a:bodyPr>
          <a:lstStyle/>
          <a:p>
            <a:r>
              <a:rPr kumimoji="1" lang="ja-JP" altLang="en-US" sz="2000" dirty="0" smtClean="0">
                <a:latin typeface="BIZ UDゴシック" panose="020B0400000000000000" pitchFamily="49" charset="-128"/>
                <a:ea typeface="BIZ UDゴシック" panose="020B0400000000000000" pitchFamily="49" charset="-128"/>
              </a:rPr>
              <a:t>敵の行動パターンや攻撃パターンを実装するために簡易的なステートパターンを用いて実装しました。</a:t>
            </a:r>
            <a:endParaRPr kumimoji="1" lang="en-US" altLang="ja-JP" sz="2000" dirty="0" smtClean="0">
              <a:latin typeface="BIZ UDゴシック" panose="020B0400000000000000" pitchFamily="49" charset="-128"/>
              <a:ea typeface="BIZ UDゴシック" panose="020B0400000000000000" pitchFamily="49" charset="-128"/>
            </a:endParaRPr>
          </a:p>
          <a:p>
            <a:r>
              <a:rPr kumimoji="1" lang="ja-JP" altLang="en-US" sz="2000" dirty="0" smtClean="0">
                <a:latin typeface="BIZ UDゴシック" panose="020B0400000000000000" pitchFamily="49" charset="-128"/>
                <a:ea typeface="BIZ UDゴシック" panose="020B0400000000000000" pitchFamily="49" charset="-128"/>
              </a:rPr>
              <a:t>更に、１つのアニメーションを途中で一瞬止めたり、ループさせることで使用するアニメーションの数を抑えました。</a:t>
            </a:r>
            <a:endParaRPr kumimoji="1" lang="ja-JP" altLang="en-US" sz="2000" dirty="0">
              <a:latin typeface="BIZ UDゴシック" panose="020B0400000000000000" pitchFamily="49" charset="-128"/>
              <a:ea typeface="BIZ UDゴシック" panose="020B0400000000000000" pitchFamily="49" charset="-128"/>
            </a:endParaRPr>
          </a:p>
        </p:txBody>
      </p:sp>
      <p:sp>
        <p:nvSpPr>
          <p:cNvPr id="7" name="四角形: 角を丸くする 1">
            <a:extLst>
              <a:ext uri="{FF2B5EF4-FFF2-40B4-BE49-F238E27FC236}">
                <a16:creationId xmlns:a16="http://schemas.microsoft.com/office/drawing/2014/main" id="{EDF72C7E-7A7E-B58D-3E3F-2AE7BF151E5E}"/>
              </a:ext>
            </a:extLst>
          </p:cNvPr>
          <p:cNvSpPr/>
          <p:nvPr/>
        </p:nvSpPr>
        <p:spPr>
          <a:xfrm>
            <a:off x="4272532" y="1800390"/>
            <a:ext cx="4871468" cy="487649"/>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sz="2000" dirty="0" smtClean="0">
                <a:solidFill>
                  <a:schemeClr val="tx2"/>
                </a:solidFill>
                <a:latin typeface="HGSｺﾞｼｯｸE" panose="020B0900000000000000" pitchFamily="50" charset="-128"/>
                <a:ea typeface="HGSｺﾞｼｯｸE" panose="020B0900000000000000" pitchFamily="50" charset="-128"/>
              </a:rPr>
              <a:t>関数ポインタを使ったステートパターン</a:t>
            </a: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8" name="四角形: 角を丸くする 1">
            <a:extLst>
              <a:ext uri="{FF2B5EF4-FFF2-40B4-BE49-F238E27FC236}">
                <a16:creationId xmlns:a16="http://schemas.microsoft.com/office/drawing/2014/main" id="{B854D2D3-14DC-4BAF-91C9-6B3FE602CAA5}"/>
              </a:ext>
            </a:extLst>
          </p:cNvPr>
          <p:cNvSpPr/>
          <p:nvPr/>
        </p:nvSpPr>
        <p:spPr>
          <a:xfrm>
            <a:off x="4814367" y="3992621"/>
            <a:ext cx="3897439" cy="766919"/>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sz="2000" dirty="0" smtClean="0">
                <a:solidFill>
                  <a:schemeClr val="tx2"/>
                </a:solidFill>
                <a:latin typeface="HGSｺﾞｼｯｸE" panose="020B0900000000000000" pitchFamily="50" charset="-128"/>
                <a:ea typeface="HGSｺﾞｼｯｸE" panose="020B0900000000000000" pitchFamily="50" charset="-128"/>
              </a:rPr>
              <a:t>刺されるときに一瞬</a:t>
            </a:r>
            <a:endParaRPr kumimoji="1" lang="en-US" altLang="ja-JP" sz="2000" dirty="0" smtClean="0">
              <a:solidFill>
                <a:schemeClr val="tx2"/>
              </a:solidFill>
              <a:latin typeface="HGSｺﾞｼｯｸE" panose="020B0900000000000000" pitchFamily="50" charset="-128"/>
              <a:ea typeface="HGSｺﾞｼｯｸE" panose="020B0900000000000000" pitchFamily="50" charset="-128"/>
            </a:endParaRPr>
          </a:p>
          <a:p>
            <a:pPr algn="ctr"/>
            <a:r>
              <a:rPr kumimoji="1" lang="ja-JP" altLang="en-US" sz="2000" dirty="0" smtClean="0">
                <a:solidFill>
                  <a:schemeClr val="tx2"/>
                </a:solidFill>
                <a:latin typeface="HGSｺﾞｼｯｸE" panose="020B0900000000000000" pitchFamily="50" charset="-128"/>
                <a:ea typeface="HGSｺﾞｼｯｸE" panose="020B0900000000000000" pitchFamily="50" charset="-128"/>
              </a:rPr>
              <a:t>アニメーションを停止</a:t>
            </a: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9" name="四角形: 角を丸くする 1">
            <a:extLst>
              <a:ext uri="{FF2B5EF4-FFF2-40B4-BE49-F238E27FC236}">
                <a16:creationId xmlns:a16="http://schemas.microsoft.com/office/drawing/2014/main" id="{59CCF1F7-1F0C-BF12-64D6-978841FAB049}"/>
              </a:ext>
            </a:extLst>
          </p:cNvPr>
          <p:cNvSpPr/>
          <p:nvPr/>
        </p:nvSpPr>
        <p:spPr>
          <a:xfrm>
            <a:off x="200995" y="4746187"/>
            <a:ext cx="4159780" cy="1347109"/>
          </a:xfrm>
          <a:prstGeom prst="round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sz="2000" dirty="0" smtClean="0">
                <a:solidFill>
                  <a:schemeClr val="tx1"/>
                </a:solidFill>
                <a:latin typeface="BIZ UDゴシック" panose="020B0400000000000000" pitchFamily="49" charset="-128"/>
                <a:ea typeface="BIZ UDゴシック" panose="020B0400000000000000" pitchFamily="49" charset="-128"/>
              </a:rPr>
              <a:t>ステートパターンを用いることでたくさんの状態ごとの処理を丁寧に実装することができました。</a:t>
            </a:r>
            <a:endParaRPr kumimoji="1" lang="en-US" altLang="ja-JP" sz="2000" dirty="0" smtClean="0">
              <a:solidFill>
                <a:schemeClr val="tx1"/>
              </a:solidFill>
              <a:latin typeface="BIZ UDゴシック" panose="020B0400000000000000" pitchFamily="49" charset="-128"/>
              <a:ea typeface="BIZ UDゴシック" panose="020B0400000000000000" pitchFamily="49" charset="-128"/>
            </a:endParaRPr>
          </a:p>
          <a:p>
            <a:pPr algn="ctr"/>
            <a:endParaRPr kumimoji="1" lang="ja-JP" altLang="en-US" sz="2000" dirty="0">
              <a:solidFill>
                <a:schemeClr val="tx1"/>
              </a:solidFill>
              <a:latin typeface="BIZ UDゴシック" panose="020B0400000000000000" pitchFamily="49" charset="-128"/>
              <a:ea typeface="BIZ UDゴシック" panose="020B0400000000000000" pitchFamily="49" charset="-128"/>
            </a:endParaRPr>
          </a:p>
        </p:txBody>
      </p:sp>
      <p:pic>
        <p:nvPicPr>
          <p:cNvPr id="18" name="図 17"/>
          <p:cNvPicPr>
            <a:picLocks noChangeAspect="1"/>
          </p:cNvPicPr>
          <p:nvPr/>
        </p:nvPicPr>
        <p:blipFill rotWithShape="1">
          <a:blip r:embed="rId3" cstate="print">
            <a:extLst>
              <a:ext uri="{28A0092B-C50C-407E-A947-70E740481C1C}">
                <a14:useLocalDpi xmlns:a14="http://schemas.microsoft.com/office/drawing/2010/main" val="0"/>
              </a:ext>
            </a:extLst>
          </a:blip>
          <a:srcRect t="3800"/>
          <a:stretch/>
        </p:blipFill>
        <p:spPr>
          <a:xfrm>
            <a:off x="5144372" y="4931553"/>
            <a:ext cx="3292754" cy="1781780"/>
          </a:xfrm>
          <a:prstGeom prst="rect">
            <a:avLst/>
          </a:prstGeom>
          <a:ln w="57150">
            <a:noFill/>
          </a:ln>
        </p:spPr>
      </p:pic>
      <p:pic>
        <p:nvPicPr>
          <p:cNvPr id="20" name="図 19"/>
          <p:cNvPicPr>
            <a:picLocks noChangeAspect="1"/>
          </p:cNvPicPr>
          <p:nvPr/>
        </p:nvPicPr>
        <p:blipFill>
          <a:blip r:embed="rId4"/>
          <a:stretch>
            <a:fillRect/>
          </a:stretch>
        </p:blipFill>
        <p:spPr>
          <a:xfrm>
            <a:off x="4582269" y="2438929"/>
            <a:ext cx="4251994" cy="878129"/>
          </a:xfrm>
          <a:prstGeom prst="rect">
            <a:avLst/>
          </a:prstGeom>
        </p:spPr>
      </p:pic>
    </p:spTree>
    <p:extLst>
      <p:ext uri="{BB962C8B-B14F-4D97-AF65-F5344CB8AC3E}">
        <p14:creationId xmlns:p14="http://schemas.microsoft.com/office/powerpoint/2010/main" val="1470931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BAF24-E123-EA1A-58D3-3239571F865C}"/>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D898177D-B7D8-1810-7582-359EA06B654C}"/>
              </a:ext>
            </a:extLst>
          </p:cNvPr>
          <p:cNvSpPr/>
          <p:nvPr/>
        </p:nvSpPr>
        <p:spPr>
          <a:xfrm>
            <a:off x="-148867" y="0"/>
            <a:ext cx="9456574" cy="7036216"/>
          </a:xfrm>
          <a:prstGeom prst="rect">
            <a:avLst/>
          </a:prstGeom>
          <a:solidFill>
            <a:schemeClr val="bg1">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2" name="四角形: 角を丸くする 1">
            <a:extLst>
              <a:ext uri="{FF2B5EF4-FFF2-40B4-BE49-F238E27FC236}">
                <a16:creationId xmlns:a16="http://schemas.microsoft.com/office/drawing/2014/main" id="{B83C2822-CE3C-7BAE-5E9D-A383E132A939}"/>
              </a:ext>
            </a:extLst>
          </p:cNvPr>
          <p:cNvSpPr/>
          <p:nvPr/>
        </p:nvSpPr>
        <p:spPr>
          <a:xfrm>
            <a:off x="1979712" y="126534"/>
            <a:ext cx="5400600" cy="707886"/>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22" name="スライド番号プレースホルダー 1">
            <a:extLst>
              <a:ext uri="{FF2B5EF4-FFF2-40B4-BE49-F238E27FC236}">
                <a16:creationId xmlns:a16="http://schemas.microsoft.com/office/drawing/2014/main" id="{E4782749-07DC-3008-1EAB-4E836D41197B}"/>
              </a:ext>
            </a:extLst>
          </p:cNvPr>
          <p:cNvSpPr txBox="1">
            <a:spLocks/>
          </p:cNvSpPr>
          <p:nvPr/>
        </p:nvSpPr>
        <p:spPr>
          <a:xfrm>
            <a:off x="0" y="6499691"/>
            <a:ext cx="51263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FE8D982-16E6-404B-AAA5-09818BE20C55}" type="slidenum">
              <a:rPr kumimoji="1" lang="ja-JP" altLang="en-US" smtClean="0">
                <a:solidFill>
                  <a:schemeClr val="bg1"/>
                </a:solidFill>
              </a:rPr>
              <a:pPr/>
              <a:t>12</a:t>
            </a:fld>
            <a:endParaRPr kumimoji="1" lang="ja-JP" altLang="en-US" dirty="0">
              <a:solidFill>
                <a:schemeClr val="bg1"/>
              </a:solidFill>
            </a:endParaRPr>
          </a:p>
        </p:txBody>
      </p:sp>
      <p:sp>
        <p:nvSpPr>
          <p:cNvPr id="12" name="テキスト ボックス 11">
            <a:extLst>
              <a:ext uri="{FF2B5EF4-FFF2-40B4-BE49-F238E27FC236}">
                <a16:creationId xmlns:a16="http://schemas.microsoft.com/office/drawing/2014/main" id="{D3B8069A-DCB3-6261-60FC-BD43E9CBA449}"/>
              </a:ext>
            </a:extLst>
          </p:cNvPr>
          <p:cNvSpPr txBox="1"/>
          <p:nvPr/>
        </p:nvSpPr>
        <p:spPr>
          <a:xfrm>
            <a:off x="1043608" y="254911"/>
            <a:ext cx="7299091" cy="461665"/>
          </a:xfrm>
          <a:prstGeom prst="rect">
            <a:avLst/>
          </a:prstGeom>
          <a:noFill/>
        </p:spPr>
        <p:txBody>
          <a:bodyPr wrap="square" rtlCol="0">
            <a:spAutoFit/>
          </a:bodyPr>
          <a:lstStyle/>
          <a:p>
            <a:pPr algn="ctr"/>
            <a:r>
              <a:rPr kumimoji="1" lang="ja-JP" altLang="en-US" sz="2400" u="sng" dirty="0">
                <a:solidFill>
                  <a:schemeClr val="tx2">
                    <a:lumMod val="75000"/>
                  </a:schemeClr>
                </a:solidFill>
              </a:rPr>
              <a:t>ステートパターンを使った敵</a:t>
            </a:r>
            <a:r>
              <a:rPr kumimoji="1" lang="en-US" altLang="ja-JP" sz="2400" u="sng" dirty="0">
                <a:solidFill>
                  <a:schemeClr val="tx2">
                    <a:lumMod val="75000"/>
                  </a:schemeClr>
                </a:solidFill>
              </a:rPr>
              <a:t>AI</a:t>
            </a:r>
            <a:r>
              <a:rPr kumimoji="1" lang="ja-JP" altLang="en-US" sz="2400" u="sng" dirty="0">
                <a:solidFill>
                  <a:schemeClr val="tx2">
                    <a:lumMod val="75000"/>
                  </a:schemeClr>
                </a:solidFill>
              </a:rPr>
              <a:t>制御</a:t>
            </a:r>
            <a:endParaRPr kumimoji="1" lang="ja-JP" altLang="en-US" sz="2400" u="sng" dirty="0">
              <a:solidFill>
                <a:schemeClr val="tx2">
                  <a:lumMod val="75000"/>
                </a:schemeClr>
              </a:solidFill>
            </a:endParaRPr>
          </a:p>
        </p:txBody>
      </p:sp>
      <p:sp>
        <p:nvSpPr>
          <p:cNvPr id="11" name="四角形: 角を丸くする 1">
            <a:extLst>
              <a:ext uri="{FF2B5EF4-FFF2-40B4-BE49-F238E27FC236}">
                <a16:creationId xmlns:a16="http://schemas.microsoft.com/office/drawing/2014/main" id="{51E07305-C485-755B-74A5-251FC4A6BA56}"/>
              </a:ext>
            </a:extLst>
          </p:cNvPr>
          <p:cNvSpPr/>
          <p:nvPr/>
        </p:nvSpPr>
        <p:spPr>
          <a:xfrm>
            <a:off x="1979712" y="955902"/>
            <a:ext cx="5400600" cy="501746"/>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sz="2000" u="sng" dirty="0" smtClean="0">
                <a:solidFill>
                  <a:schemeClr val="tx2">
                    <a:lumMod val="75000"/>
                  </a:schemeClr>
                </a:solidFill>
              </a:rPr>
              <a:t>敵が行う攻撃や行動パターン</a:t>
            </a: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pic>
        <p:nvPicPr>
          <p:cNvPr id="7" name="図 6"/>
          <p:cNvPicPr>
            <a:picLocks noChangeAspect="1"/>
          </p:cNvPicPr>
          <p:nvPr/>
        </p:nvPicPr>
        <p:blipFill rotWithShape="1">
          <a:blip r:embed="rId3"/>
          <a:srcRect l="3358" t="913" r="34553" b="35138"/>
          <a:stretch/>
        </p:blipFill>
        <p:spPr>
          <a:xfrm>
            <a:off x="2302847" y="4177351"/>
            <a:ext cx="2226263" cy="1832379"/>
          </a:xfrm>
          <a:prstGeom prst="rect">
            <a:avLst/>
          </a:prstGeom>
        </p:spPr>
      </p:pic>
      <p:pic>
        <p:nvPicPr>
          <p:cNvPr id="8" name="図 7"/>
          <p:cNvPicPr>
            <a:picLocks noChangeAspect="1"/>
          </p:cNvPicPr>
          <p:nvPr/>
        </p:nvPicPr>
        <p:blipFill>
          <a:blip r:embed="rId4"/>
          <a:stretch>
            <a:fillRect/>
          </a:stretch>
        </p:blipFill>
        <p:spPr>
          <a:xfrm>
            <a:off x="292861" y="1645271"/>
            <a:ext cx="2249336" cy="1744607"/>
          </a:xfrm>
          <a:prstGeom prst="rect">
            <a:avLst/>
          </a:prstGeom>
        </p:spPr>
      </p:pic>
      <p:pic>
        <p:nvPicPr>
          <p:cNvPr id="9" name="図 8"/>
          <p:cNvPicPr>
            <a:picLocks noChangeAspect="1"/>
          </p:cNvPicPr>
          <p:nvPr/>
        </p:nvPicPr>
        <p:blipFill>
          <a:blip r:embed="rId5"/>
          <a:stretch>
            <a:fillRect/>
          </a:stretch>
        </p:blipFill>
        <p:spPr>
          <a:xfrm>
            <a:off x="2847073" y="1609554"/>
            <a:ext cx="2144467" cy="1860394"/>
          </a:xfrm>
          <a:prstGeom prst="rect">
            <a:avLst/>
          </a:prstGeom>
        </p:spPr>
      </p:pic>
      <p:pic>
        <p:nvPicPr>
          <p:cNvPr id="10" name="図 9"/>
          <p:cNvPicPr>
            <a:picLocks noChangeAspect="1"/>
          </p:cNvPicPr>
          <p:nvPr/>
        </p:nvPicPr>
        <p:blipFill rotWithShape="1">
          <a:blip r:embed="rId6"/>
          <a:srcRect l="7011" t="1" r="14255" b="32030"/>
          <a:stretch/>
        </p:blipFill>
        <p:spPr>
          <a:xfrm>
            <a:off x="4579420" y="4256216"/>
            <a:ext cx="2021078" cy="1773835"/>
          </a:xfrm>
          <a:prstGeom prst="rect">
            <a:avLst/>
          </a:prstGeom>
        </p:spPr>
      </p:pic>
      <p:pic>
        <p:nvPicPr>
          <p:cNvPr id="13" name="図 12"/>
          <p:cNvPicPr>
            <a:picLocks noChangeAspect="1"/>
          </p:cNvPicPr>
          <p:nvPr/>
        </p:nvPicPr>
        <p:blipFill>
          <a:blip r:embed="rId7"/>
          <a:stretch>
            <a:fillRect/>
          </a:stretch>
        </p:blipFill>
        <p:spPr>
          <a:xfrm>
            <a:off x="204031" y="3911583"/>
            <a:ext cx="2040392" cy="2118468"/>
          </a:xfrm>
          <a:prstGeom prst="rect">
            <a:avLst/>
          </a:prstGeom>
        </p:spPr>
      </p:pic>
      <p:pic>
        <p:nvPicPr>
          <p:cNvPr id="14" name="図 13"/>
          <p:cNvPicPr>
            <a:picLocks noChangeAspect="1"/>
          </p:cNvPicPr>
          <p:nvPr/>
        </p:nvPicPr>
        <p:blipFill>
          <a:blip r:embed="rId8"/>
          <a:stretch>
            <a:fillRect/>
          </a:stretch>
        </p:blipFill>
        <p:spPr>
          <a:xfrm>
            <a:off x="6842643" y="1692514"/>
            <a:ext cx="1991940" cy="1897727"/>
          </a:xfrm>
          <a:prstGeom prst="rect">
            <a:avLst/>
          </a:prstGeom>
        </p:spPr>
      </p:pic>
      <p:pic>
        <p:nvPicPr>
          <p:cNvPr id="17" name="図 16"/>
          <p:cNvPicPr>
            <a:picLocks noChangeAspect="1"/>
          </p:cNvPicPr>
          <p:nvPr/>
        </p:nvPicPr>
        <p:blipFill rotWithShape="1">
          <a:blip r:embed="rId9"/>
          <a:srcRect l="14008" r="14303"/>
          <a:stretch/>
        </p:blipFill>
        <p:spPr>
          <a:xfrm>
            <a:off x="6644036" y="3999118"/>
            <a:ext cx="2376265" cy="2030933"/>
          </a:xfrm>
          <a:prstGeom prst="rect">
            <a:avLst/>
          </a:prstGeom>
        </p:spPr>
      </p:pic>
      <p:sp>
        <p:nvSpPr>
          <p:cNvPr id="23" name="四角形: 角を丸くする 1">
            <a:extLst>
              <a:ext uri="{FF2B5EF4-FFF2-40B4-BE49-F238E27FC236}">
                <a16:creationId xmlns:a16="http://schemas.microsoft.com/office/drawing/2014/main" id="{51E07305-C485-755B-74A5-251FC4A6BA56}"/>
              </a:ext>
            </a:extLst>
          </p:cNvPr>
          <p:cNvSpPr/>
          <p:nvPr/>
        </p:nvSpPr>
        <p:spPr>
          <a:xfrm>
            <a:off x="0" y="3226210"/>
            <a:ext cx="5400600" cy="501746"/>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sz="2000" dirty="0" smtClean="0">
                <a:solidFill>
                  <a:schemeClr val="tx2">
                    <a:lumMod val="75000"/>
                  </a:schemeClr>
                </a:solidFill>
                <a:latin typeface="HGSｺﾞｼｯｸE" panose="020B0900000000000000" pitchFamily="50" charset="-128"/>
                <a:ea typeface="HGSｺﾞｼｯｸE" panose="020B0900000000000000" pitchFamily="50" charset="-128"/>
              </a:rPr>
              <a:t>左右に移動したり離れると追いかけてきたり</a:t>
            </a: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24" name="四角形: 角を丸くする 1">
            <a:extLst>
              <a:ext uri="{FF2B5EF4-FFF2-40B4-BE49-F238E27FC236}">
                <a16:creationId xmlns:a16="http://schemas.microsoft.com/office/drawing/2014/main" id="{51E07305-C485-755B-74A5-251FC4A6BA56}"/>
              </a:ext>
            </a:extLst>
          </p:cNvPr>
          <p:cNvSpPr/>
          <p:nvPr/>
        </p:nvSpPr>
        <p:spPr>
          <a:xfrm>
            <a:off x="1994200" y="6125593"/>
            <a:ext cx="5170440" cy="501746"/>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sz="2000" dirty="0" smtClean="0">
                <a:solidFill>
                  <a:schemeClr val="tx2">
                    <a:lumMod val="75000"/>
                  </a:schemeClr>
                </a:solidFill>
                <a:latin typeface="HGSｺﾞｼｯｸE" panose="020B0900000000000000" pitchFamily="50" charset="-128"/>
                <a:ea typeface="HGSｺﾞｼｯｸE" panose="020B0900000000000000" pitchFamily="50" charset="-128"/>
              </a:rPr>
              <a:t>近接や遠距離</a:t>
            </a:r>
            <a:r>
              <a:rPr kumimoji="1" lang="en-US" altLang="ja-JP" sz="2000" dirty="0" smtClean="0">
                <a:solidFill>
                  <a:schemeClr val="tx2">
                    <a:lumMod val="75000"/>
                  </a:schemeClr>
                </a:solidFill>
                <a:latin typeface="HGSｺﾞｼｯｸE" panose="020B0900000000000000" pitchFamily="50" charset="-128"/>
                <a:ea typeface="HGSｺﾞｼｯｸE" panose="020B0900000000000000" pitchFamily="50" charset="-128"/>
              </a:rPr>
              <a:t>(2</a:t>
            </a:r>
            <a:r>
              <a:rPr kumimoji="1" lang="ja-JP" altLang="en-US" sz="2000" dirty="0" smtClean="0">
                <a:solidFill>
                  <a:schemeClr val="tx2">
                    <a:lumMod val="75000"/>
                  </a:schemeClr>
                </a:solidFill>
                <a:latin typeface="HGSｺﾞｼｯｸE" panose="020B0900000000000000" pitchFamily="50" charset="-128"/>
                <a:ea typeface="HGSｺﾞｼｯｸE" panose="020B0900000000000000" pitchFamily="50" charset="-128"/>
              </a:rPr>
              <a:t>種類</a:t>
            </a:r>
            <a:r>
              <a:rPr kumimoji="1" lang="en-US" altLang="ja-JP" sz="2000" dirty="0" smtClean="0">
                <a:solidFill>
                  <a:schemeClr val="tx2">
                    <a:lumMod val="75000"/>
                  </a:schemeClr>
                </a:solidFill>
                <a:latin typeface="HGSｺﾞｼｯｸE" panose="020B0900000000000000" pitchFamily="50" charset="-128"/>
                <a:ea typeface="HGSｺﾞｼｯｸE" panose="020B0900000000000000" pitchFamily="50" charset="-128"/>
              </a:rPr>
              <a:t>)</a:t>
            </a:r>
            <a:r>
              <a:rPr kumimoji="1" lang="ja-JP" altLang="en-US" sz="2000" dirty="0" err="1" smtClean="0">
                <a:solidFill>
                  <a:schemeClr val="tx2">
                    <a:lumMod val="75000"/>
                  </a:schemeClr>
                </a:solidFill>
                <a:latin typeface="HGSｺﾞｼｯｸE" panose="020B0900000000000000" pitchFamily="50" charset="-128"/>
                <a:ea typeface="HGSｺﾞｼｯｸE" panose="020B0900000000000000" pitchFamily="50" charset="-128"/>
              </a:rPr>
              <a:t>、</a:t>
            </a:r>
            <a:r>
              <a:rPr kumimoji="1" lang="ja-JP" altLang="en-US" sz="2000" dirty="0" smtClean="0">
                <a:solidFill>
                  <a:schemeClr val="tx2">
                    <a:lumMod val="75000"/>
                  </a:schemeClr>
                </a:solidFill>
                <a:latin typeface="HGSｺﾞｼｯｸE" panose="020B0900000000000000" pitchFamily="50" charset="-128"/>
                <a:ea typeface="HGSｺﾞｼｯｸE" panose="020B0900000000000000" pitchFamily="50" charset="-128"/>
              </a:rPr>
              <a:t>ため攻撃など</a:t>
            </a: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19" name="四角形吹き出し 18"/>
          <p:cNvSpPr/>
          <p:nvPr/>
        </p:nvSpPr>
        <p:spPr>
          <a:xfrm>
            <a:off x="5852512" y="1975031"/>
            <a:ext cx="1495972" cy="517345"/>
          </a:xfrm>
          <a:prstGeom prst="wedgeRectCallout">
            <a:avLst>
              <a:gd name="adj1" fmla="val 47993"/>
              <a:gd name="adj2" fmla="val 73533"/>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2000" dirty="0" smtClean="0">
                <a:solidFill>
                  <a:schemeClr val="tx2"/>
                </a:solidFill>
                <a:latin typeface="HGSｺﾞｼｯｸE" panose="020B0900000000000000" pitchFamily="50" charset="-128"/>
                <a:ea typeface="HGSｺﾞｼｯｸE" panose="020B0900000000000000" pitchFamily="50" charset="-128"/>
              </a:rPr>
              <a:t>ダウン中</a:t>
            </a:r>
            <a:r>
              <a:rPr kumimoji="1" lang="en-US" altLang="ja-JP" sz="2000" dirty="0" smtClean="0">
                <a:solidFill>
                  <a:schemeClr val="tx2"/>
                </a:solidFill>
                <a:latin typeface="HGSｺﾞｼｯｸE" panose="020B0900000000000000" pitchFamily="50" charset="-128"/>
                <a:ea typeface="HGSｺﾞｼｯｸE" panose="020B0900000000000000" pitchFamily="50" charset="-128"/>
              </a:rPr>
              <a:t>…</a:t>
            </a:r>
            <a:endParaRPr kumimoji="1" lang="ja-JP" altLang="en-US" sz="2000" dirty="0" smtClean="0">
              <a:solidFill>
                <a:schemeClr val="tx2"/>
              </a:solidFill>
              <a:latin typeface="HGSｺﾞｼｯｸE" panose="020B0900000000000000" pitchFamily="50" charset="-128"/>
              <a:ea typeface="HGSｺﾞｼｯｸE" panose="020B0900000000000000" pitchFamily="50" charset="-128"/>
            </a:endParaRPr>
          </a:p>
        </p:txBody>
      </p:sp>
    </p:spTree>
    <p:extLst>
      <p:ext uri="{BB962C8B-B14F-4D97-AF65-F5344CB8AC3E}">
        <p14:creationId xmlns:p14="http://schemas.microsoft.com/office/powerpoint/2010/main" val="41072584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BAF24-E123-EA1A-58D3-3239571F865C}"/>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D898177D-B7D8-1810-7582-359EA06B654C}"/>
              </a:ext>
            </a:extLst>
          </p:cNvPr>
          <p:cNvSpPr/>
          <p:nvPr/>
        </p:nvSpPr>
        <p:spPr>
          <a:xfrm>
            <a:off x="-148867" y="-145089"/>
            <a:ext cx="9456574" cy="7036216"/>
          </a:xfrm>
          <a:prstGeom prst="rect">
            <a:avLst/>
          </a:prstGeom>
          <a:solidFill>
            <a:schemeClr val="bg1">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2" name="四角形: 角を丸くする 1">
            <a:extLst>
              <a:ext uri="{FF2B5EF4-FFF2-40B4-BE49-F238E27FC236}">
                <a16:creationId xmlns:a16="http://schemas.microsoft.com/office/drawing/2014/main" id="{B83C2822-CE3C-7BAE-5E9D-A383E132A939}"/>
              </a:ext>
            </a:extLst>
          </p:cNvPr>
          <p:cNvSpPr/>
          <p:nvPr/>
        </p:nvSpPr>
        <p:spPr>
          <a:xfrm>
            <a:off x="1979712" y="126534"/>
            <a:ext cx="5400600" cy="707886"/>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22" name="スライド番号プレースホルダー 1">
            <a:extLst>
              <a:ext uri="{FF2B5EF4-FFF2-40B4-BE49-F238E27FC236}">
                <a16:creationId xmlns:a16="http://schemas.microsoft.com/office/drawing/2014/main" id="{E4782749-07DC-3008-1EAB-4E836D41197B}"/>
              </a:ext>
            </a:extLst>
          </p:cNvPr>
          <p:cNvSpPr txBox="1">
            <a:spLocks/>
          </p:cNvSpPr>
          <p:nvPr/>
        </p:nvSpPr>
        <p:spPr>
          <a:xfrm>
            <a:off x="0" y="6499691"/>
            <a:ext cx="51263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FE8D982-16E6-404B-AAA5-09818BE20C55}" type="slidenum">
              <a:rPr kumimoji="1" lang="ja-JP" altLang="en-US" smtClean="0">
                <a:solidFill>
                  <a:schemeClr val="bg1"/>
                </a:solidFill>
              </a:rPr>
              <a:pPr/>
              <a:t>13</a:t>
            </a:fld>
            <a:endParaRPr kumimoji="1" lang="ja-JP" altLang="en-US" dirty="0">
              <a:solidFill>
                <a:schemeClr val="bg1"/>
              </a:solidFill>
            </a:endParaRPr>
          </a:p>
        </p:txBody>
      </p:sp>
      <p:sp>
        <p:nvSpPr>
          <p:cNvPr id="12" name="テキスト ボックス 11">
            <a:extLst>
              <a:ext uri="{FF2B5EF4-FFF2-40B4-BE49-F238E27FC236}">
                <a16:creationId xmlns:a16="http://schemas.microsoft.com/office/drawing/2014/main" id="{D3B8069A-DCB3-6261-60FC-BD43E9CBA449}"/>
              </a:ext>
            </a:extLst>
          </p:cNvPr>
          <p:cNvSpPr txBox="1"/>
          <p:nvPr/>
        </p:nvSpPr>
        <p:spPr>
          <a:xfrm>
            <a:off x="1043608" y="254911"/>
            <a:ext cx="7299091" cy="461665"/>
          </a:xfrm>
          <a:prstGeom prst="rect">
            <a:avLst/>
          </a:prstGeom>
          <a:noFill/>
        </p:spPr>
        <p:txBody>
          <a:bodyPr wrap="square" rtlCol="0">
            <a:spAutoFit/>
          </a:bodyPr>
          <a:lstStyle/>
          <a:p>
            <a:pPr algn="ctr"/>
            <a:r>
              <a:rPr kumimoji="1" lang="ja-JP" altLang="en-US" sz="2400" u="sng" dirty="0">
                <a:solidFill>
                  <a:schemeClr val="tx2">
                    <a:lumMod val="75000"/>
                  </a:schemeClr>
                </a:solidFill>
              </a:rPr>
              <a:t>ステートパターンを使った敵</a:t>
            </a:r>
            <a:r>
              <a:rPr kumimoji="1" lang="en-US" altLang="ja-JP" sz="2400" u="sng" dirty="0">
                <a:solidFill>
                  <a:schemeClr val="tx2">
                    <a:lumMod val="75000"/>
                  </a:schemeClr>
                </a:solidFill>
              </a:rPr>
              <a:t>AI</a:t>
            </a:r>
            <a:r>
              <a:rPr kumimoji="1" lang="ja-JP" altLang="en-US" sz="2400" u="sng" dirty="0">
                <a:solidFill>
                  <a:schemeClr val="tx2">
                    <a:lumMod val="75000"/>
                  </a:schemeClr>
                </a:solidFill>
              </a:rPr>
              <a:t>制御</a:t>
            </a:r>
            <a:endParaRPr kumimoji="1" lang="ja-JP" altLang="en-US" sz="2400" u="sng" dirty="0">
              <a:solidFill>
                <a:schemeClr val="tx2">
                  <a:lumMod val="75000"/>
                </a:schemeClr>
              </a:solidFill>
            </a:endParaRPr>
          </a:p>
        </p:txBody>
      </p:sp>
      <p:sp>
        <p:nvSpPr>
          <p:cNvPr id="11" name="四角形: 角を丸くする 1">
            <a:extLst>
              <a:ext uri="{FF2B5EF4-FFF2-40B4-BE49-F238E27FC236}">
                <a16:creationId xmlns:a16="http://schemas.microsoft.com/office/drawing/2014/main" id="{51E07305-C485-755B-74A5-251FC4A6BA56}"/>
              </a:ext>
            </a:extLst>
          </p:cNvPr>
          <p:cNvSpPr/>
          <p:nvPr/>
        </p:nvSpPr>
        <p:spPr>
          <a:xfrm>
            <a:off x="1979712" y="955902"/>
            <a:ext cx="5400600" cy="501746"/>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sz="2000" u="sng" dirty="0" smtClean="0">
                <a:solidFill>
                  <a:schemeClr val="tx2">
                    <a:lumMod val="75000"/>
                  </a:schemeClr>
                </a:solidFill>
              </a:rPr>
              <a:t>メルセンヌ・ツイスタ法による乱数生成</a:t>
            </a: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pic>
        <p:nvPicPr>
          <p:cNvPr id="3" name="図 2"/>
          <p:cNvPicPr>
            <a:picLocks noChangeAspect="1"/>
          </p:cNvPicPr>
          <p:nvPr/>
        </p:nvPicPr>
        <p:blipFill>
          <a:blip r:embed="rId3"/>
          <a:stretch>
            <a:fillRect/>
          </a:stretch>
        </p:blipFill>
        <p:spPr>
          <a:xfrm>
            <a:off x="922399" y="2370345"/>
            <a:ext cx="7515225" cy="2295525"/>
          </a:xfrm>
          <a:prstGeom prst="rect">
            <a:avLst/>
          </a:prstGeom>
        </p:spPr>
      </p:pic>
      <p:sp>
        <p:nvSpPr>
          <p:cNvPr id="18" name="四角形: 角を丸くする 1">
            <a:extLst>
              <a:ext uri="{FF2B5EF4-FFF2-40B4-BE49-F238E27FC236}">
                <a16:creationId xmlns:a16="http://schemas.microsoft.com/office/drawing/2014/main" id="{51E07305-C485-755B-74A5-251FC4A6BA56}"/>
              </a:ext>
            </a:extLst>
          </p:cNvPr>
          <p:cNvSpPr/>
          <p:nvPr/>
        </p:nvSpPr>
        <p:spPr>
          <a:xfrm>
            <a:off x="1259632" y="1716188"/>
            <a:ext cx="6639576" cy="501746"/>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sz="2000" dirty="0" smtClean="0">
                <a:solidFill>
                  <a:schemeClr val="tx2">
                    <a:lumMod val="75000"/>
                  </a:schemeClr>
                </a:solidFill>
                <a:latin typeface="HGSｺﾞｼｯｸE" panose="020B0900000000000000" pitchFamily="50" charset="-128"/>
                <a:ea typeface="HGSｺﾞｼｯｸE" panose="020B0900000000000000" pitchFamily="50" charset="-128"/>
              </a:rPr>
              <a:t>乱数で攻撃の種類や移動方向を決定させる処理</a:t>
            </a: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pic>
        <p:nvPicPr>
          <p:cNvPr id="4" name="図 3"/>
          <p:cNvPicPr>
            <a:picLocks noChangeAspect="1"/>
          </p:cNvPicPr>
          <p:nvPr/>
        </p:nvPicPr>
        <p:blipFill>
          <a:blip r:embed="rId4"/>
          <a:stretch>
            <a:fillRect/>
          </a:stretch>
        </p:blipFill>
        <p:spPr>
          <a:xfrm>
            <a:off x="1074798" y="4917623"/>
            <a:ext cx="7210425" cy="1600200"/>
          </a:xfrm>
          <a:prstGeom prst="rect">
            <a:avLst/>
          </a:prstGeom>
        </p:spPr>
      </p:pic>
    </p:spTree>
    <p:extLst>
      <p:ext uri="{BB962C8B-B14F-4D97-AF65-F5344CB8AC3E}">
        <p14:creationId xmlns:p14="http://schemas.microsoft.com/office/powerpoint/2010/main" val="669279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BAF24-E123-EA1A-58D3-3239571F865C}"/>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D898177D-B7D8-1810-7582-359EA06B654C}"/>
              </a:ext>
            </a:extLst>
          </p:cNvPr>
          <p:cNvSpPr/>
          <p:nvPr/>
        </p:nvSpPr>
        <p:spPr>
          <a:xfrm>
            <a:off x="-148867" y="-145089"/>
            <a:ext cx="9456574" cy="7036216"/>
          </a:xfrm>
          <a:prstGeom prst="rect">
            <a:avLst/>
          </a:prstGeom>
          <a:solidFill>
            <a:schemeClr val="bg1">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2" name="四角形: 角を丸くする 1">
            <a:extLst>
              <a:ext uri="{FF2B5EF4-FFF2-40B4-BE49-F238E27FC236}">
                <a16:creationId xmlns:a16="http://schemas.microsoft.com/office/drawing/2014/main" id="{B83C2822-CE3C-7BAE-5E9D-A383E132A939}"/>
              </a:ext>
            </a:extLst>
          </p:cNvPr>
          <p:cNvSpPr/>
          <p:nvPr/>
        </p:nvSpPr>
        <p:spPr>
          <a:xfrm>
            <a:off x="1979712" y="126534"/>
            <a:ext cx="5400600" cy="707886"/>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sp>
        <p:nvSpPr>
          <p:cNvPr id="22" name="スライド番号プレースホルダー 1">
            <a:extLst>
              <a:ext uri="{FF2B5EF4-FFF2-40B4-BE49-F238E27FC236}">
                <a16:creationId xmlns:a16="http://schemas.microsoft.com/office/drawing/2014/main" id="{E4782749-07DC-3008-1EAB-4E836D41197B}"/>
              </a:ext>
            </a:extLst>
          </p:cNvPr>
          <p:cNvSpPr txBox="1">
            <a:spLocks/>
          </p:cNvSpPr>
          <p:nvPr/>
        </p:nvSpPr>
        <p:spPr>
          <a:xfrm>
            <a:off x="0" y="6499691"/>
            <a:ext cx="51263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FE8D982-16E6-404B-AAA5-09818BE20C55}" type="slidenum">
              <a:rPr kumimoji="1" lang="ja-JP" altLang="en-US" smtClean="0">
                <a:solidFill>
                  <a:schemeClr val="bg1"/>
                </a:solidFill>
              </a:rPr>
              <a:pPr/>
              <a:t>14</a:t>
            </a:fld>
            <a:endParaRPr kumimoji="1" lang="ja-JP" altLang="en-US" dirty="0">
              <a:solidFill>
                <a:schemeClr val="bg1"/>
              </a:solidFill>
            </a:endParaRPr>
          </a:p>
        </p:txBody>
      </p:sp>
      <p:sp>
        <p:nvSpPr>
          <p:cNvPr id="12" name="テキスト ボックス 11">
            <a:extLst>
              <a:ext uri="{FF2B5EF4-FFF2-40B4-BE49-F238E27FC236}">
                <a16:creationId xmlns:a16="http://schemas.microsoft.com/office/drawing/2014/main" id="{D3B8069A-DCB3-6261-60FC-BD43E9CBA449}"/>
              </a:ext>
            </a:extLst>
          </p:cNvPr>
          <p:cNvSpPr txBox="1"/>
          <p:nvPr/>
        </p:nvSpPr>
        <p:spPr>
          <a:xfrm>
            <a:off x="1043608" y="254911"/>
            <a:ext cx="7299091" cy="461665"/>
          </a:xfrm>
          <a:prstGeom prst="rect">
            <a:avLst/>
          </a:prstGeom>
          <a:noFill/>
        </p:spPr>
        <p:txBody>
          <a:bodyPr wrap="square" rtlCol="0">
            <a:spAutoFit/>
          </a:bodyPr>
          <a:lstStyle/>
          <a:p>
            <a:pPr algn="ctr"/>
            <a:r>
              <a:rPr kumimoji="1" lang="ja-JP" altLang="en-US" sz="2400" u="sng" dirty="0">
                <a:solidFill>
                  <a:schemeClr val="tx2">
                    <a:lumMod val="75000"/>
                  </a:schemeClr>
                </a:solidFill>
              </a:rPr>
              <a:t>ステートパターンを使った敵</a:t>
            </a:r>
            <a:r>
              <a:rPr kumimoji="1" lang="en-US" altLang="ja-JP" sz="2400" u="sng" dirty="0">
                <a:solidFill>
                  <a:schemeClr val="tx2">
                    <a:lumMod val="75000"/>
                  </a:schemeClr>
                </a:solidFill>
              </a:rPr>
              <a:t>AI</a:t>
            </a:r>
            <a:r>
              <a:rPr kumimoji="1" lang="ja-JP" altLang="en-US" sz="2400" u="sng" dirty="0">
                <a:solidFill>
                  <a:schemeClr val="tx2">
                    <a:lumMod val="75000"/>
                  </a:schemeClr>
                </a:solidFill>
              </a:rPr>
              <a:t>制御</a:t>
            </a:r>
            <a:endParaRPr kumimoji="1" lang="ja-JP" altLang="en-US" sz="2400" u="sng" dirty="0">
              <a:solidFill>
                <a:schemeClr val="tx2">
                  <a:lumMod val="75000"/>
                </a:schemeClr>
              </a:solidFill>
            </a:endParaRPr>
          </a:p>
        </p:txBody>
      </p:sp>
      <p:sp>
        <p:nvSpPr>
          <p:cNvPr id="18" name="四角形: 角を丸くする 1">
            <a:extLst>
              <a:ext uri="{FF2B5EF4-FFF2-40B4-BE49-F238E27FC236}">
                <a16:creationId xmlns:a16="http://schemas.microsoft.com/office/drawing/2014/main" id="{51E07305-C485-755B-74A5-251FC4A6BA56}"/>
              </a:ext>
            </a:extLst>
          </p:cNvPr>
          <p:cNvSpPr/>
          <p:nvPr/>
        </p:nvSpPr>
        <p:spPr>
          <a:xfrm>
            <a:off x="1061740" y="1106043"/>
            <a:ext cx="6910713" cy="1111891"/>
          </a:xfrm>
          <a:prstGeom prst="round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sz="2000" dirty="0" smtClean="0">
                <a:solidFill>
                  <a:schemeClr val="tx2"/>
                </a:solidFill>
                <a:latin typeface="HGSｺﾞｼｯｸE" panose="020B0900000000000000" pitchFamily="50" charset="-128"/>
                <a:ea typeface="HGSｺﾞｼｯｸE" panose="020B0900000000000000" pitchFamily="50" charset="-128"/>
              </a:rPr>
              <a:t>アニメーションを途中まで再生し、少し待った後に続きから再生することでヒットストップのような手ごたえを感じられるようにしました。</a:t>
            </a:r>
            <a:r>
              <a:rPr kumimoji="1" lang="en-US" altLang="ja-JP" sz="2000" dirty="0" smtClean="0">
                <a:solidFill>
                  <a:schemeClr val="tx2"/>
                </a:solidFill>
                <a:latin typeface="HGSｺﾞｼｯｸE" panose="020B0900000000000000" pitchFamily="50" charset="-128"/>
                <a:ea typeface="HGSｺﾞｼｯｸE" panose="020B0900000000000000" pitchFamily="50" charset="-128"/>
              </a:rPr>
              <a:t>(</a:t>
            </a:r>
            <a:r>
              <a:rPr kumimoji="1" lang="ja-JP" altLang="en-US" sz="2000" dirty="0" smtClean="0">
                <a:solidFill>
                  <a:schemeClr val="tx2"/>
                </a:solidFill>
                <a:latin typeface="HGSｺﾞｼｯｸE" panose="020B0900000000000000" pitchFamily="50" charset="-128"/>
                <a:ea typeface="HGSｺﾞｼｯｸE" panose="020B0900000000000000" pitchFamily="50" charset="-128"/>
              </a:rPr>
              <a:t>バックスタブ時</a:t>
            </a:r>
            <a:r>
              <a:rPr kumimoji="1" lang="en-US" altLang="ja-JP" sz="2000" dirty="0" smtClean="0">
                <a:solidFill>
                  <a:schemeClr val="tx2"/>
                </a:solidFill>
                <a:latin typeface="HGSｺﾞｼｯｸE" panose="020B0900000000000000" pitchFamily="50" charset="-128"/>
                <a:ea typeface="HGSｺﾞｼｯｸE" panose="020B0900000000000000" pitchFamily="50" charset="-128"/>
              </a:rPr>
              <a:t>)</a:t>
            </a:r>
            <a:endParaRPr kumimoji="1" lang="ja-JP" altLang="en-US" sz="2000" dirty="0">
              <a:solidFill>
                <a:schemeClr val="tx2"/>
              </a:solidFill>
              <a:latin typeface="HGSｺﾞｼｯｸE" panose="020B0900000000000000" pitchFamily="50" charset="-128"/>
              <a:ea typeface="HGSｺﾞｼｯｸE" panose="020B0900000000000000" pitchFamily="50" charset="-128"/>
            </a:endParaRPr>
          </a:p>
        </p:txBody>
      </p:sp>
      <p:pic>
        <p:nvPicPr>
          <p:cNvPr id="5" name="図 4"/>
          <p:cNvPicPr>
            <a:picLocks noChangeAspect="1"/>
          </p:cNvPicPr>
          <p:nvPr/>
        </p:nvPicPr>
        <p:blipFill>
          <a:blip r:embed="rId3"/>
          <a:stretch>
            <a:fillRect/>
          </a:stretch>
        </p:blipFill>
        <p:spPr>
          <a:xfrm>
            <a:off x="988495" y="2506066"/>
            <a:ext cx="7181850" cy="3228975"/>
          </a:xfrm>
          <a:prstGeom prst="rect">
            <a:avLst/>
          </a:prstGeom>
        </p:spPr>
      </p:pic>
    </p:spTree>
    <p:extLst>
      <p:ext uri="{BB962C8B-B14F-4D97-AF65-F5344CB8AC3E}">
        <p14:creationId xmlns:p14="http://schemas.microsoft.com/office/powerpoint/2010/main" val="2964791957"/>
      </p:ext>
    </p:extLst>
  </p:cSld>
  <p:clrMapOvr>
    <a:masterClrMapping/>
  </p:clrMapOvr>
</p:sld>
</file>

<file path=ppt/theme/theme1.xml><?xml version="1.0" encoding="utf-8"?>
<a:theme xmlns:a="http://schemas.openxmlformats.org/drawingml/2006/main" name="ファセット">
  <a:themeElements>
    <a:clrScheme name="ファセット">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ファセット">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ファセット">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spDef>
      <a:spPr>
        <a:noFill/>
        <a:ln>
          <a:noFill/>
        </a:ln>
      </a:spPr>
      <a:bodyPr rtlCol="0" anchor="t"/>
      <a:lstStyle>
        <a:defPPr>
          <a:defRPr sz="2000" dirty="0" smtClean="0">
            <a:solidFill>
              <a:schemeClr val="tx2"/>
            </a:solidFill>
            <a:latin typeface="HGSｺﾞｼｯｸE" panose="020B0900000000000000" pitchFamily="50" charset="-128"/>
            <a:ea typeface="HGSｺﾞｼｯｸE" panose="020B0900000000000000" pitchFamily="50" charset="-128"/>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6C06D50EF1532E4291129858878AD0D1" ma:contentTypeVersion="11" ma:contentTypeDescription="新しいドキュメントを作成します。" ma:contentTypeScope="" ma:versionID="525ea54412c3a539eb8d75360e97f5e9">
  <xsd:schema xmlns:xsd="http://www.w3.org/2001/XMLSchema" xmlns:xs="http://www.w3.org/2001/XMLSchema" xmlns:p="http://schemas.microsoft.com/office/2006/metadata/properties" xmlns:ns2="a1e5a149-266e-432d-8faf-ade50d9fdd56" xmlns:ns3="e0a8c95c-6dae-4f77-a2d2-8b5a09ee11e1" targetNamespace="http://schemas.microsoft.com/office/2006/metadata/properties" ma:root="true" ma:fieldsID="4dff1092b90afd130a981c7ba00c608e" ns2:_="" ns3:_="">
    <xsd:import namespace="a1e5a149-266e-432d-8faf-ade50d9fdd56"/>
    <xsd:import namespace="e0a8c95c-6dae-4f77-a2d2-8b5a09ee11e1"/>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e5a149-266e-432d-8faf-ade50d9fdd56"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画像タグ" ma:readOnly="false" ma:fieldId="{5cf76f15-5ced-4ddc-b409-7134ff3c332f}" ma:taxonomyMulti="true" ma:sspId="7a3d4e50-da24-4b51-9333-67165e7dee8a"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description="" ma:hidden="true" ma:indexed="true" ma:internalName="MediaServiceDateTaken" ma:readOnly="true">
      <xsd:simpleType>
        <xsd:restriction base="dms:Text"/>
      </xsd:simpleType>
    </xsd:element>
    <xsd:element name="MediaServiceObjectDetectorVersions" ma:index="15" nillable="true" ma:displayName="MediaServiceObjectDetectorVersions" ma:description="" ma:hidden="true" ma:indexed="true" ma:internalName="MediaServiceObjectDetectorVersion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0a8c95c-6dae-4f77-a2d2-8b5a09ee11e1"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6b11710e-70b2-4c0c-b520-026f8365a2f0}" ma:internalName="TaxCatchAll" ma:showField="CatchAllData" ma:web="e0a8c95c-6dae-4f77-a2d2-8b5a09ee11e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e0a8c95c-6dae-4f77-a2d2-8b5a09ee11e1" xsi:nil="true"/>
    <lcf76f155ced4ddcb4097134ff3c332f xmlns="a1e5a149-266e-432d-8faf-ade50d9fdd5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971BBA8-6FB1-42C7-8051-CA675E4A9257}">
  <ds:schemaRefs>
    <ds:schemaRef ds:uri="http://schemas.microsoft.com/sharepoint/v3/contenttype/forms"/>
  </ds:schemaRefs>
</ds:datastoreItem>
</file>

<file path=customXml/itemProps2.xml><?xml version="1.0" encoding="utf-8"?>
<ds:datastoreItem xmlns:ds="http://schemas.openxmlformats.org/officeDocument/2006/customXml" ds:itemID="{59B9A0D8-830F-4A37-9F28-A012069FFE1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1e5a149-266e-432d-8faf-ade50d9fdd56"/>
    <ds:schemaRef ds:uri="e0a8c95c-6dae-4f77-a2d2-8b5a09ee11e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BD73D2-2FD9-48F9-B4B9-3B6D8AA480A8}">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a1e5a149-266e-432d-8faf-ade50d9fdd56"/>
    <ds:schemaRef ds:uri="http://purl.org/dc/elements/1.1/"/>
    <ds:schemaRef ds:uri="http://schemas.microsoft.com/office/2006/metadata/properties"/>
    <ds:schemaRef ds:uri="e0a8c95c-6dae-4f77-a2d2-8b5a09ee11e1"/>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TM02900688[[fn=ファセット]]</Template>
  <TotalTime>18721</TotalTime>
  <Words>749</Words>
  <Application>Microsoft Office PowerPoint</Application>
  <PresentationFormat>画面に合わせる (4:3)</PresentationFormat>
  <Paragraphs>101</Paragraphs>
  <Slides>14</Slides>
  <Notes>14</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14</vt:i4>
      </vt:variant>
    </vt:vector>
  </HeadingPairs>
  <TitlesOfParts>
    <vt:vector size="24" baseType="lpstr">
      <vt:lpstr>BIZ UDPゴシック</vt:lpstr>
      <vt:lpstr>BIZ UDゴシック</vt:lpstr>
      <vt:lpstr>HGSｺﾞｼｯｸE</vt:lpstr>
      <vt:lpstr>ＭＳ Ｐゴシック</vt:lpstr>
      <vt:lpstr>メイリオ</vt:lpstr>
      <vt:lpstr>Arial</vt:lpstr>
      <vt:lpstr>Calibri</vt:lpstr>
      <vt:lpstr>Trebuchet MS</vt:lpstr>
      <vt:lpstr>Wingdings 3</vt:lpstr>
      <vt:lpstr>ファセット</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SQUARE-ENIX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sqex</dc:creator>
  <cp:lastModifiedBy>善原 敬子</cp:lastModifiedBy>
  <cp:revision>859</cp:revision>
  <dcterms:created xsi:type="dcterms:W3CDTF">2013-04-01T12:33:42Z</dcterms:created>
  <dcterms:modified xsi:type="dcterms:W3CDTF">2026-01-14T05:52:31Z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0x0101006C06D50EF1532E4291129858878AD0D1</vt:lpwstr>
  </property>
  <property fmtid="{D5CDD505-2E9C-101B-9397-08002B2CF9AE}" pid="3" name="MediaServiceImageTags">
    <vt:lpwstr/>
  </property>
</Properties>
</file>