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9"/>
  </p:notesMasterIdLst>
  <p:handoutMasterIdLst>
    <p:handoutMasterId r:id="rId10"/>
  </p:handoutMasterIdLst>
  <p:sldIdLst>
    <p:sldId id="440" r:id="rId5"/>
    <p:sldId id="441" r:id="rId6"/>
    <p:sldId id="443" r:id="rId7"/>
    <p:sldId id="442" r:id="rId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BE5D6"/>
    <a:srgbClr val="50D042"/>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B0599A-B337-F978-EAEE-1E5B21FA6743}" v="35" dt="2026-04-13T23:54:54.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23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坂本 拓也" userId="S::s_takuya@s.asojuku.ac.jp::d347bcea-8ce2-4fd3-9452-afeb23234a21" providerId="AD" clId="Web-{4BB0599A-B337-F978-EAEE-1E5B21FA6743}"/>
    <pc:docChg chg="modSld">
      <pc:chgData name="坂本 拓也" userId="S::s_takuya@s.asojuku.ac.jp::d347bcea-8ce2-4fd3-9452-afeb23234a21" providerId="AD" clId="Web-{4BB0599A-B337-F978-EAEE-1E5B21FA6743}" dt="2026-04-13T23:54:54.914" v="34" actId="20577"/>
      <pc:docMkLst>
        <pc:docMk/>
      </pc:docMkLst>
      <pc:sldChg chg="modSp">
        <pc:chgData name="坂本 拓也" userId="S::s_takuya@s.asojuku.ac.jp::d347bcea-8ce2-4fd3-9452-afeb23234a21" providerId="AD" clId="Web-{4BB0599A-B337-F978-EAEE-1E5B21FA6743}" dt="2026-04-13T23:54:54.914" v="34" actId="20577"/>
        <pc:sldMkLst>
          <pc:docMk/>
          <pc:sldMk cId="3727734288" sldId="435"/>
        </pc:sldMkLst>
        <pc:spChg chg="mod">
          <ac:chgData name="坂本 拓也" userId="S::s_takuya@s.asojuku.ac.jp::d347bcea-8ce2-4fd3-9452-afeb23234a21" providerId="AD" clId="Web-{4BB0599A-B337-F978-EAEE-1E5B21FA6743}" dt="2026-04-13T23:54:54.914" v="34" actId="20577"/>
          <ac:spMkLst>
            <pc:docMk/>
            <pc:sldMk cId="3727734288" sldId="435"/>
            <ac:spMk id="14" creationId="{16E15C5F-6657-479A-BD0D-A145E7315BE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CC78B4-D4EA-4E83-A43A-6FA5A0F7D0B3}" type="datetimeFigureOut">
              <a:rPr kumimoji="1" lang="ja-JP" altLang="en-US" smtClean="0"/>
              <a:t>2026/4/23</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04F567-5817-4092-8EEB-419011F58ED9}" type="slidenum">
              <a:rPr kumimoji="1" lang="ja-JP" altLang="en-US" smtClean="0"/>
              <a:t>‹#›</a:t>
            </a:fld>
            <a:endParaRPr kumimoji="1" lang="ja-JP" altLang="en-US"/>
          </a:p>
        </p:txBody>
      </p:sp>
    </p:spTree>
    <p:extLst>
      <p:ext uri="{BB962C8B-B14F-4D97-AF65-F5344CB8AC3E}">
        <p14:creationId xmlns:p14="http://schemas.microsoft.com/office/powerpoint/2010/main" val="16635217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BB1B21-716A-4773-A420-9B5CE6E28AE2}" type="datetimeFigureOut">
              <a:rPr kumimoji="1" lang="ja-JP" altLang="en-US" smtClean="0"/>
              <a:t>2026/4/23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94227-4E8D-4547-92A9-04B1088AF56D}" type="slidenum">
              <a:rPr kumimoji="1" lang="ja-JP" altLang="en-US" smtClean="0"/>
              <a:t>‹#›</a:t>
            </a:fld>
            <a:endParaRPr kumimoji="1" lang="ja-JP" altLang="en-US"/>
          </a:p>
        </p:txBody>
      </p:sp>
    </p:spTree>
    <p:extLst>
      <p:ext uri="{BB962C8B-B14F-4D97-AF65-F5344CB8AC3E}">
        <p14:creationId xmlns:p14="http://schemas.microsoft.com/office/powerpoint/2010/main" val="13084980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0394227-4E8D-4547-92A9-04B1088AF56D}" type="slidenum">
              <a:rPr kumimoji="1" lang="ja-JP" altLang="en-US" smtClean="0"/>
              <a:t>1</a:t>
            </a:fld>
            <a:endParaRPr kumimoji="1" lang="ja-JP" altLang="en-US"/>
          </a:p>
        </p:txBody>
      </p:sp>
    </p:spTree>
    <p:extLst>
      <p:ext uri="{BB962C8B-B14F-4D97-AF65-F5344CB8AC3E}">
        <p14:creationId xmlns:p14="http://schemas.microsoft.com/office/powerpoint/2010/main" val="1379145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0394227-4E8D-4547-92A9-04B1088AF56D}" type="slidenum">
              <a:rPr kumimoji="1" lang="ja-JP" altLang="en-US" smtClean="0"/>
              <a:t>2</a:t>
            </a:fld>
            <a:endParaRPr kumimoji="1" lang="ja-JP" altLang="en-US"/>
          </a:p>
        </p:txBody>
      </p:sp>
    </p:spTree>
    <p:extLst>
      <p:ext uri="{BB962C8B-B14F-4D97-AF65-F5344CB8AC3E}">
        <p14:creationId xmlns:p14="http://schemas.microsoft.com/office/powerpoint/2010/main" val="2498570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0394227-4E8D-4547-92A9-04B1088AF56D}" type="slidenum">
              <a:rPr kumimoji="1" lang="ja-JP" altLang="en-US" smtClean="0"/>
              <a:t>3</a:t>
            </a:fld>
            <a:endParaRPr kumimoji="1" lang="ja-JP" altLang="en-US"/>
          </a:p>
        </p:txBody>
      </p:sp>
    </p:spTree>
    <p:extLst>
      <p:ext uri="{BB962C8B-B14F-4D97-AF65-F5344CB8AC3E}">
        <p14:creationId xmlns:p14="http://schemas.microsoft.com/office/powerpoint/2010/main" val="2216566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0394227-4E8D-4547-92A9-04B1088AF56D}" type="slidenum">
              <a:rPr kumimoji="1" lang="ja-JP" altLang="en-US" smtClean="0"/>
              <a:t>4</a:t>
            </a:fld>
            <a:endParaRPr kumimoji="1" lang="ja-JP" altLang="en-US"/>
          </a:p>
        </p:txBody>
      </p:sp>
    </p:spTree>
    <p:extLst>
      <p:ext uri="{BB962C8B-B14F-4D97-AF65-F5344CB8AC3E}">
        <p14:creationId xmlns:p14="http://schemas.microsoft.com/office/powerpoint/2010/main" val="3755145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75360" y="1596249"/>
            <a:ext cx="11054080" cy="3395698"/>
          </a:xfrm>
        </p:spPr>
        <p:txBody>
          <a:bodyPr anchor="b"/>
          <a:lstStyle>
            <a:lvl1pPr algn="ctr">
              <a:defRPr sz="8533"/>
            </a:lvl1pPr>
          </a:lstStyle>
          <a:p>
            <a:r>
              <a:rPr lang="ja-JP" altLang="en-US"/>
              <a:t>マスター タイトルの書式設定</a:t>
            </a:r>
            <a:endParaRPr lang="en-US"/>
          </a:p>
        </p:txBody>
      </p:sp>
      <p:sp>
        <p:nvSpPr>
          <p:cNvPr id="3" name="Subtitle 2"/>
          <p:cNvSpPr>
            <a:spLocks noGrp="1"/>
          </p:cNvSpPr>
          <p:nvPr>
            <p:ph type="subTitle" idx="1"/>
          </p:nvPr>
        </p:nvSpPr>
        <p:spPr>
          <a:xfrm>
            <a:off x="1625600" y="5122898"/>
            <a:ext cx="9753600" cy="2354862"/>
          </a:xfrm>
        </p:spPr>
        <p:txBody>
          <a:bodyPr/>
          <a:lstStyle>
            <a:lvl1pPr marL="0" indent="0" algn="ctr">
              <a:buNone/>
              <a:defRPr sz="3413"/>
            </a:lvl1pPr>
            <a:lvl2pPr marL="650230" indent="0" algn="ctr">
              <a:buNone/>
              <a:defRPr sz="2844"/>
            </a:lvl2pPr>
            <a:lvl3pPr marL="1300460" indent="0" algn="ctr">
              <a:buNone/>
              <a:defRPr sz="2560"/>
            </a:lvl3pPr>
            <a:lvl4pPr marL="1950690" indent="0" algn="ctr">
              <a:buNone/>
              <a:defRPr sz="2276"/>
            </a:lvl4pPr>
            <a:lvl5pPr marL="2600919" indent="0" algn="ctr">
              <a:buNone/>
              <a:defRPr sz="2276"/>
            </a:lvl5pPr>
            <a:lvl6pPr marL="3251149" indent="0" algn="ctr">
              <a:buNone/>
              <a:defRPr sz="2276"/>
            </a:lvl6pPr>
            <a:lvl7pPr marL="3901379" indent="0" algn="ctr">
              <a:buNone/>
              <a:defRPr sz="2276"/>
            </a:lvl7pPr>
            <a:lvl8pPr marL="4551609" indent="0" algn="ctr">
              <a:buNone/>
              <a:defRPr sz="2276"/>
            </a:lvl8pPr>
            <a:lvl9pPr marL="5201839" indent="0" algn="ctr">
              <a:buNone/>
              <a:defRPr sz="2276"/>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12326DE7-6362-45FB-80B6-F8887A987F74}" type="datetime1">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10078720" y="9234311"/>
            <a:ext cx="2926080" cy="519289"/>
          </a:xfrm>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4093123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354F063-2530-4F1C-AB5B-9D9DE17668FE}" type="datetime1">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10078720" y="9223052"/>
            <a:ext cx="2926080" cy="519289"/>
          </a:xfrm>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463943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87307" y="2431629"/>
            <a:ext cx="11216640" cy="4057226"/>
          </a:xfrm>
        </p:spPr>
        <p:txBody>
          <a:bodyPr anchor="b"/>
          <a:lstStyle>
            <a:lvl1pPr>
              <a:defRPr sz="8533"/>
            </a:lvl1pPr>
          </a:lstStyle>
          <a:p>
            <a:r>
              <a:rPr lang="ja-JP" altLang="en-US"/>
              <a:t>マスター タイトルの書式設定</a:t>
            </a:r>
            <a:endParaRPr lang="en-US"/>
          </a:p>
        </p:txBody>
      </p:sp>
      <p:sp>
        <p:nvSpPr>
          <p:cNvPr id="3" name="Text Placeholder 2"/>
          <p:cNvSpPr>
            <a:spLocks noGrp="1"/>
          </p:cNvSpPr>
          <p:nvPr>
            <p:ph type="body" idx="1"/>
          </p:nvPr>
        </p:nvSpPr>
        <p:spPr>
          <a:xfrm>
            <a:off x="887307" y="6527239"/>
            <a:ext cx="11216640" cy="2133599"/>
          </a:xfrm>
        </p:spPr>
        <p:txBody>
          <a:bodyPr/>
          <a:lstStyle>
            <a:lvl1pPr marL="0" indent="0">
              <a:buNone/>
              <a:defRPr sz="3413">
                <a:solidFill>
                  <a:schemeClr val="tx1"/>
                </a:solidFill>
              </a:defRPr>
            </a:lvl1pPr>
            <a:lvl2pPr marL="650230" indent="0">
              <a:buNone/>
              <a:defRPr sz="2844">
                <a:solidFill>
                  <a:schemeClr val="tx1">
                    <a:tint val="75000"/>
                  </a:schemeClr>
                </a:solidFill>
              </a:defRPr>
            </a:lvl2pPr>
            <a:lvl3pPr marL="1300460" indent="0">
              <a:buNone/>
              <a:defRPr sz="2560">
                <a:solidFill>
                  <a:schemeClr val="tx1">
                    <a:tint val="75000"/>
                  </a:schemeClr>
                </a:solidFill>
              </a:defRPr>
            </a:lvl3pPr>
            <a:lvl4pPr marL="1950690" indent="0">
              <a:buNone/>
              <a:defRPr sz="2276">
                <a:solidFill>
                  <a:schemeClr val="tx1">
                    <a:tint val="75000"/>
                  </a:schemeClr>
                </a:solidFill>
              </a:defRPr>
            </a:lvl4pPr>
            <a:lvl5pPr marL="2600919" indent="0">
              <a:buNone/>
              <a:defRPr sz="2276">
                <a:solidFill>
                  <a:schemeClr val="tx1">
                    <a:tint val="75000"/>
                  </a:schemeClr>
                </a:solidFill>
              </a:defRPr>
            </a:lvl5pPr>
            <a:lvl6pPr marL="3251149" indent="0">
              <a:buNone/>
              <a:defRPr sz="2276">
                <a:solidFill>
                  <a:schemeClr val="tx1">
                    <a:tint val="75000"/>
                  </a:schemeClr>
                </a:solidFill>
              </a:defRPr>
            </a:lvl6pPr>
            <a:lvl7pPr marL="3901379" indent="0">
              <a:buNone/>
              <a:defRPr sz="2276">
                <a:solidFill>
                  <a:schemeClr val="tx1">
                    <a:tint val="75000"/>
                  </a:schemeClr>
                </a:solidFill>
              </a:defRPr>
            </a:lvl7pPr>
            <a:lvl8pPr marL="4551609" indent="0">
              <a:buNone/>
              <a:defRPr sz="2276">
                <a:solidFill>
                  <a:schemeClr val="tx1">
                    <a:tint val="75000"/>
                  </a:schemeClr>
                </a:solidFill>
              </a:defRPr>
            </a:lvl8pPr>
            <a:lvl9pPr marL="5201839" indent="0">
              <a:buNone/>
              <a:defRPr sz="2276">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7494A9C-0BE6-426B-BA97-ED8EA34CDCEB}" type="datetime1">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3098100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94080" y="2596444"/>
            <a:ext cx="5527040" cy="618857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583680" y="2596444"/>
            <a:ext cx="5527040" cy="618857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54D701CC-F81F-4FAE-8D03-865955CA638F}" type="datetime1">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289276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95774" y="519291"/>
            <a:ext cx="11216640" cy="1885245"/>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95775" y="2390987"/>
            <a:ext cx="5501639" cy="1171786"/>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ja-JP" altLang="en-US"/>
              <a:t>マスター テキストの書式設定</a:t>
            </a:r>
          </a:p>
        </p:txBody>
      </p:sp>
      <p:sp>
        <p:nvSpPr>
          <p:cNvPr id="4" name="Content Placeholder 3"/>
          <p:cNvSpPr>
            <a:spLocks noGrp="1"/>
          </p:cNvSpPr>
          <p:nvPr>
            <p:ph sz="half" idx="2"/>
          </p:nvPr>
        </p:nvSpPr>
        <p:spPr>
          <a:xfrm>
            <a:off x="895775" y="3562773"/>
            <a:ext cx="5501639" cy="524030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583681" y="2390987"/>
            <a:ext cx="5528734" cy="1171786"/>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ja-JP" altLang="en-US"/>
              <a:t>マスター テキストの書式設定</a:t>
            </a:r>
          </a:p>
        </p:txBody>
      </p:sp>
      <p:sp>
        <p:nvSpPr>
          <p:cNvPr id="6" name="Content Placeholder 5"/>
          <p:cNvSpPr>
            <a:spLocks noGrp="1"/>
          </p:cNvSpPr>
          <p:nvPr>
            <p:ph sz="quarter" idx="4"/>
          </p:nvPr>
        </p:nvSpPr>
        <p:spPr>
          <a:xfrm>
            <a:off x="6583681" y="3562773"/>
            <a:ext cx="5528734" cy="524030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938D44DF-24CA-43E2-9093-3396243AA9AB}" type="datetime1">
              <a:rPr kumimoji="1" lang="ja-JP" altLang="en-US" smtClean="0"/>
              <a:t>2026/4/23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3523745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0BED3613-0D91-4125-A766-A2F45B449B2D}" type="datetime1">
              <a:rPr kumimoji="1" lang="ja-JP" altLang="en-US" smtClean="0"/>
              <a:t>2026/4/23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2467032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ACBB27-9AAA-41C2-B253-2D106947EC5E}" type="datetime1">
              <a:rPr kumimoji="1" lang="ja-JP" altLang="en-US" smtClean="0"/>
              <a:t>2026/4/23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124563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95774" y="650240"/>
            <a:ext cx="4194386" cy="2275840"/>
          </a:xfrm>
        </p:spPr>
        <p:txBody>
          <a:bodyPr anchor="b"/>
          <a:lstStyle>
            <a:lvl1pPr>
              <a:defRPr sz="4551"/>
            </a:lvl1pPr>
          </a:lstStyle>
          <a:p>
            <a:r>
              <a:rPr lang="ja-JP" altLang="en-US"/>
              <a:t>マスター タイトルの書式設定</a:t>
            </a:r>
            <a:endParaRPr lang="en-US"/>
          </a:p>
        </p:txBody>
      </p:sp>
      <p:sp>
        <p:nvSpPr>
          <p:cNvPr id="3" name="Content Placeholder 2"/>
          <p:cNvSpPr>
            <a:spLocks noGrp="1"/>
          </p:cNvSpPr>
          <p:nvPr>
            <p:ph idx="1"/>
          </p:nvPr>
        </p:nvSpPr>
        <p:spPr>
          <a:xfrm>
            <a:off x="5528734" y="1404340"/>
            <a:ext cx="6583680" cy="6931378"/>
          </a:xfrm>
        </p:spPr>
        <p:txBody>
          <a:bodyPr/>
          <a:lstStyle>
            <a:lvl1pPr>
              <a:defRPr sz="4551"/>
            </a:lvl1pPr>
            <a:lvl2pPr>
              <a:defRPr sz="3982"/>
            </a:lvl2pPr>
            <a:lvl3pPr>
              <a:defRPr sz="3413"/>
            </a:lvl3pPr>
            <a:lvl4pPr>
              <a:defRPr sz="2844"/>
            </a:lvl4pPr>
            <a:lvl5pPr>
              <a:defRPr sz="2844"/>
            </a:lvl5pPr>
            <a:lvl6pPr>
              <a:defRPr sz="2844"/>
            </a:lvl6pPr>
            <a:lvl7pPr>
              <a:defRPr sz="2844"/>
            </a:lvl7pPr>
            <a:lvl8pPr>
              <a:defRPr sz="2844"/>
            </a:lvl8pPr>
            <a:lvl9pPr>
              <a:defRPr sz="2844"/>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95774" y="2926080"/>
            <a:ext cx="4194386" cy="5420925"/>
          </a:xfrm>
        </p:spPr>
        <p:txBody>
          <a:bodyPr/>
          <a:lstStyle>
            <a:lvl1pPr marL="0" indent="0">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4D48FA-3FA4-474C-AE70-9A9080B18688}" type="datetime1">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4017973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95774" y="650240"/>
            <a:ext cx="4194386" cy="2275840"/>
          </a:xfrm>
        </p:spPr>
        <p:txBody>
          <a:bodyPr anchor="b"/>
          <a:lstStyle>
            <a:lvl1pPr>
              <a:defRPr sz="4551"/>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528734" y="1404340"/>
            <a:ext cx="6583680" cy="6931378"/>
          </a:xfrm>
        </p:spPr>
        <p:txBody>
          <a:bodyPr anchor="t"/>
          <a:lstStyle>
            <a:lvl1pPr marL="0" indent="0">
              <a:buNone/>
              <a:defRPr sz="4551"/>
            </a:lvl1pPr>
            <a:lvl2pPr marL="650230" indent="0">
              <a:buNone/>
              <a:defRPr sz="3982"/>
            </a:lvl2pPr>
            <a:lvl3pPr marL="1300460" indent="0">
              <a:buNone/>
              <a:defRPr sz="3413"/>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895774" y="2926080"/>
            <a:ext cx="4194386" cy="5420925"/>
          </a:xfrm>
        </p:spPr>
        <p:txBody>
          <a:bodyPr/>
          <a:lstStyle>
            <a:lvl1pPr marL="0" indent="0">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2B450C2-176F-4CDC-A949-402CABB185D5}" type="datetime1">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1786748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12AC9B59-3BF3-4B80-B26E-7562A8BFA88C}" type="datetime1">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2665394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06561" y="519289"/>
            <a:ext cx="2804160" cy="8265725"/>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94081" y="519289"/>
            <a:ext cx="8249920" cy="82657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7179E815-7981-4C74-AEC5-ED53767866CB}" type="datetime1">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3772476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4080" y="519291"/>
            <a:ext cx="11216640" cy="1885245"/>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94080" y="2596444"/>
            <a:ext cx="11216640" cy="618857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94080" y="9040144"/>
            <a:ext cx="2926080"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9E529F21-9341-413A-8868-D34EC7AB7037}" type="datetime1">
              <a:rPr kumimoji="1" lang="ja-JP" altLang="en-US" smtClean="0"/>
              <a:t>2026/4/23</a:t>
            </a:fld>
            <a:endParaRPr kumimoji="1" lang="ja-JP" altLang="en-US"/>
          </a:p>
        </p:txBody>
      </p:sp>
      <p:sp>
        <p:nvSpPr>
          <p:cNvPr id="5" name="Footer Placeholder 4"/>
          <p:cNvSpPr>
            <a:spLocks noGrp="1"/>
          </p:cNvSpPr>
          <p:nvPr>
            <p:ph type="ftr" sz="quarter" idx="3"/>
          </p:nvPr>
        </p:nvSpPr>
        <p:spPr>
          <a:xfrm>
            <a:off x="4307840" y="9040144"/>
            <a:ext cx="4389120" cy="519289"/>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9184640" y="9040144"/>
            <a:ext cx="2926080" cy="519289"/>
          </a:xfrm>
          <a:prstGeom prst="rect">
            <a:avLst/>
          </a:prstGeom>
        </p:spPr>
        <p:txBody>
          <a:bodyPr vert="horz" lIns="91440" tIns="45720" rIns="91440" bIns="45720" rtlCol="0" anchor="ctr"/>
          <a:lstStyle>
            <a:lvl1pPr algn="r">
              <a:defRPr sz="1707">
                <a:solidFill>
                  <a:schemeClr val="tx1">
                    <a:tint val="75000"/>
                  </a:schemeClr>
                </a:solidFill>
              </a:defRPr>
            </a:lvl1p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26193911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1300460" rtl="0" eaLnBrk="1" latinLnBrk="0" hangingPunct="1">
        <a:lnSpc>
          <a:spcPct val="90000"/>
        </a:lnSpc>
        <a:spcBef>
          <a:spcPct val="0"/>
        </a:spcBef>
        <a:buNone/>
        <a:defRPr kumimoji="1" sz="6258" kern="1200">
          <a:solidFill>
            <a:schemeClr val="tx1"/>
          </a:solidFill>
          <a:latin typeface="+mj-lt"/>
          <a:ea typeface="+mj-ea"/>
          <a:cs typeface="+mj-cs"/>
        </a:defRPr>
      </a:lvl1pPr>
    </p:titleStyle>
    <p:bodyStyle>
      <a:lvl1pPr marL="325115" indent="-325115" algn="l" defTabSz="1300460" rtl="0" eaLnBrk="1" latinLnBrk="0" hangingPunct="1">
        <a:lnSpc>
          <a:spcPct val="90000"/>
        </a:lnSpc>
        <a:spcBef>
          <a:spcPts val="1422"/>
        </a:spcBef>
        <a:buFont typeface="Arial" panose="020B0604020202020204" pitchFamily="34" charset="0"/>
        <a:buChar char="•"/>
        <a:defRPr kumimoji="1" sz="3982" kern="1200">
          <a:solidFill>
            <a:schemeClr val="tx1"/>
          </a:solidFill>
          <a:latin typeface="+mn-lt"/>
          <a:ea typeface="+mn-ea"/>
          <a:cs typeface="+mn-cs"/>
        </a:defRPr>
      </a:lvl1pPr>
      <a:lvl2pPr marL="975345" indent="-325115" algn="l" defTabSz="1300460" rtl="0" eaLnBrk="1" latinLnBrk="0" hangingPunct="1">
        <a:lnSpc>
          <a:spcPct val="90000"/>
        </a:lnSpc>
        <a:spcBef>
          <a:spcPts val="711"/>
        </a:spcBef>
        <a:buFont typeface="Arial" panose="020B0604020202020204" pitchFamily="34" charset="0"/>
        <a:buChar char="•"/>
        <a:defRPr kumimoji="1" sz="3413" kern="1200">
          <a:solidFill>
            <a:schemeClr val="tx1"/>
          </a:solidFill>
          <a:latin typeface="+mn-lt"/>
          <a:ea typeface="+mn-ea"/>
          <a:cs typeface="+mn-cs"/>
        </a:defRPr>
      </a:lvl2pPr>
      <a:lvl3pPr marL="1625575" indent="-325115" algn="l" defTabSz="1300460" rtl="0" eaLnBrk="1" latinLnBrk="0" hangingPunct="1">
        <a:lnSpc>
          <a:spcPct val="90000"/>
        </a:lnSpc>
        <a:spcBef>
          <a:spcPts val="711"/>
        </a:spcBef>
        <a:buFont typeface="Arial" panose="020B0604020202020204" pitchFamily="34" charset="0"/>
        <a:buChar char="•"/>
        <a:defRPr kumimoji="1" sz="2844" kern="1200">
          <a:solidFill>
            <a:schemeClr val="tx1"/>
          </a:solidFill>
          <a:latin typeface="+mn-lt"/>
          <a:ea typeface="+mn-ea"/>
          <a:cs typeface="+mn-cs"/>
        </a:defRPr>
      </a:lvl3pPr>
      <a:lvl4pPr marL="227580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4pPr>
      <a:lvl5pPr marL="292603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5pPr>
      <a:lvl6pPr marL="357626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649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72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95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p:bodyStyle>
    <p:otherStyle>
      <a:defPPr>
        <a:defRPr lang="en-US"/>
      </a:defPPr>
      <a:lvl1pPr marL="0" algn="l" defTabSz="1300460" rtl="0" eaLnBrk="1" latinLnBrk="0" hangingPunct="1">
        <a:defRPr kumimoji="1" sz="2560" kern="1200">
          <a:solidFill>
            <a:schemeClr val="tx1"/>
          </a:solidFill>
          <a:latin typeface="+mn-lt"/>
          <a:ea typeface="+mn-ea"/>
          <a:cs typeface="+mn-cs"/>
        </a:defRPr>
      </a:lvl1pPr>
      <a:lvl2pPr marL="650230" algn="l" defTabSz="1300460" rtl="0" eaLnBrk="1" latinLnBrk="0" hangingPunct="1">
        <a:defRPr kumimoji="1" sz="2560" kern="1200">
          <a:solidFill>
            <a:schemeClr val="tx1"/>
          </a:solidFill>
          <a:latin typeface="+mn-lt"/>
          <a:ea typeface="+mn-ea"/>
          <a:cs typeface="+mn-cs"/>
        </a:defRPr>
      </a:lvl2pPr>
      <a:lvl3pPr marL="1300460" algn="l" defTabSz="1300460" rtl="0" eaLnBrk="1" latinLnBrk="0" hangingPunct="1">
        <a:defRPr kumimoji="1" sz="2560" kern="1200">
          <a:solidFill>
            <a:schemeClr val="tx1"/>
          </a:solidFill>
          <a:latin typeface="+mn-lt"/>
          <a:ea typeface="+mn-ea"/>
          <a:cs typeface="+mn-cs"/>
        </a:defRPr>
      </a:lvl3pPr>
      <a:lvl4pPr marL="1950690" algn="l" defTabSz="1300460" rtl="0" eaLnBrk="1" latinLnBrk="0" hangingPunct="1">
        <a:defRPr kumimoji="1" sz="2560" kern="1200">
          <a:solidFill>
            <a:schemeClr val="tx1"/>
          </a:solidFill>
          <a:latin typeface="+mn-lt"/>
          <a:ea typeface="+mn-ea"/>
          <a:cs typeface="+mn-cs"/>
        </a:defRPr>
      </a:lvl4pPr>
      <a:lvl5pPr marL="2600919" algn="l" defTabSz="1300460" rtl="0" eaLnBrk="1" latinLnBrk="0" hangingPunct="1">
        <a:defRPr kumimoji="1" sz="2560" kern="1200">
          <a:solidFill>
            <a:schemeClr val="tx1"/>
          </a:solidFill>
          <a:latin typeface="+mn-lt"/>
          <a:ea typeface="+mn-ea"/>
          <a:cs typeface="+mn-cs"/>
        </a:defRPr>
      </a:lvl5pPr>
      <a:lvl6pPr marL="3251149" algn="l" defTabSz="1300460" rtl="0" eaLnBrk="1" latinLnBrk="0" hangingPunct="1">
        <a:defRPr kumimoji="1" sz="2560" kern="1200">
          <a:solidFill>
            <a:schemeClr val="tx1"/>
          </a:solidFill>
          <a:latin typeface="+mn-lt"/>
          <a:ea typeface="+mn-ea"/>
          <a:cs typeface="+mn-cs"/>
        </a:defRPr>
      </a:lvl6pPr>
      <a:lvl7pPr marL="3901379" algn="l" defTabSz="1300460" rtl="0" eaLnBrk="1" latinLnBrk="0" hangingPunct="1">
        <a:defRPr kumimoji="1" sz="2560" kern="1200">
          <a:solidFill>
            <a:schemeClr val="tx1"/>
          </a:solidFill>
          <a:latin typeface="+mn-lt"/>
          <a:ea typeface="+mn-ea"/>
          <a:cs typeface="+mn-cs"/>
        </a:defRPr>
      </a:lvl7pPr>
      <a:lvl8pPr marL="4551609" algn="l" defTabSz="1300460" rtl="0" eaLnBrk="1" latinLnBrk="0" hangingPunct="1">
        <a:defRPr kumimoji="1" sz="2560" kern="1200">
          <a:solidFill>
            <a:schemeClr val="tx1"/>
          </a:solidFill>
          <a:latin typeface="+mn-lt"/>
          <a:ea typeface="+mn-ea"/>
          <a:cs typeface="+mn-cs"/>
        </a:defRPr>
      </a:lvl8pPr>
      <a:lvl9pPr marL="5201839" algn="l" defTabSz="1300460" rtl="0" eaLnBrk="1" latinLnBrk="0" hangingPunct="1">
        <a:defRPr kumimoji="1"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0.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1.png"/><Relationship Id="rId1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EA0190C-6B18-460B-8E7D-D4FE63597C15}"/>
              </a:ext>
            </a:extLst>
          </p:cNvPr>
          <p:cNvSpPr>
            <a:spLocks noGrp="1"/>
          </p:cNvSpPr>
          <p:nvPr>
            <p:ph type="title"/>
          </p:nvPr>
        </p:nvSpPr>
        <p:spPr>
          <a:xfrm>
            <a:off x="165695" y="251597"/>
            <a:ext cx="12648261" cy="701660"/>
          </a:xfrm>
          <a:solidFill>
            <a:srgbClr val="002060"/>
          </a:solidFill>
          <a:ln w="28575">
            <a:noFill/>
          </a:ln>
        </p:spPr>
        <p:txBody>
          <a:bodyPr anchor="b">
            <a:normAutofit/>
          </a:bodyPr>
          <a:lstStyle/>
          <a:p>
            <a:pPr algn="l"/>
            <a:r>
              <a:rPr lang="ja-JP" altLang="en-US" sz="3600" b="1" dirty="0">
                <a:solidFill>
                  <a:schemeClr val="bg1"/>
                </a:solidFill>
                <a:latin typeface="メイリオ" panose="020B0604030504040204" pitchFamily="50" charset="-128"/>
                <a:ea typeface="メイリオ" panose="020B0604030504040204" pitchFamily="50" charset="-128"/>
              </a:rPr>
              <a:t>ゲーム概要</a:t>
            </a:r>
            <a:r>
              <a:rPr lang="en-US" altLang="ja-JP" sz="3600" b="1" dirty="0">
                <a:solidFill>
                  <a:schemeClr val="bg1"/>
                </a:solidFill>
                <a:latin typeface="メイリオ" panose="020B0604030504040204" pitchFamily="50" charset="-128"/>
                <a:ea typeface="メイリオ" panose="020B0604030504040204" pitchFamily="50" charset="-128"/>
              </a:rPr>
              <a:t>V2</a:t>
            </a:r>
            <a:endParaRPr lang="ja-JP" altLang="en-US" sz="3600" b="1" dirty="0">
              <a:solidFill>
                <a:schemeClr val="bg1"/>
              </a:solidFill>
              <a:latin typeface="メイリオ" panose="020B0604030504040204" pitchFamily="50" charset="-128"/>
              <a:ea typeface="メイリオ" panose="020B0604030504040204" pitchFamily="50" charset="-128"/>
            </a:endParaRPr>
          </a:p>
        </p:txBody>
      </p:sp>
      <p:sp>
        <p:nvSpPr>
          <p:cNvPr id="5" name="円/楕円 4"/>
          <p:cNvSpPr/>
          <p:nvPr/>
        </p:nvSpPr>
        <p:spPr bwMode="auto">
          <a:xfrm>
            <a:off x="12332043" y="518984"/>
            <a:ext cx="799718" cy="799718"/>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0" name="円/楕円 29"/>
          <p:cNvSpPr/>
          <p:nvPr/>
        </p:nvSpPr>
        <p:spPr bwMode="auto">
          <a:xfrm>
            <a:off x="11886731" y="695776"/>
            <a:ext cx="235604" cy="235604"/>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8" name="フローチャート: 端子 7"/>
          <p:cNvSpPr/>
          <p:nvPr/>
        </p:nvSpPr>
        <p:spPr bwMode="auto">
          <a:xfrm rot="18469270">
            <a:off x="11831602" y="-10107"/>
            <a:ext cx="1376043" cy="256021"/>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1" name="フローチャート: 端子 30"/>
          <p:cNvSpPr/>
          <p:nvPr/>
        </p:nvSpPr>
        <p:spPr bwMode="auto">
          <a:xfrm rot="18469270">
            <a:off x="11045329" y="647402"/>
            <a:ext cx="840692" cy="267022"/>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 name="テキスト ボックス 2">
            <a:extLst>
              <a:ext uri="{FF2B5EF4-FFF2-40B4-BE49-F238E27FC236}">
                <a16:creationId xmlns:a16="http://schemas.microsoft.com/office/drawing/2014/main" id="{D47749FE-12CE-A65E-71C4-957FC987A2C2}"/>
              </a:ext>
            </a:extLst>
          </p:cNvPr>
          <p:cNvSpPr txBox="1"/>
          <p:nvPr/>
        </p:nvSpPr>
        <p:spPr>
          <a:xfrm>
            <a:off x="165694" y="1194825"/>
            <a:ext cx="2290635" cy="954107"/>
          </a:xfrm>
          <a:prstGeom prst="rect">
            <a:avLst/>
          </a:prstGeom>
          <a:solidFill>
            <a:srgbClr val="002060"/>
          </a:solidFill>
        </p:spPr>
        <p:txBody>
          <a:bodyPr wrap="square" rtlCol="0" anchor="ctr">
            <a:spAutoFit/>
          </a:bodyPr>
          <a:lstStyle/>
          <a:p>
            <a:pPr algn="ctr"/>
            <a:r>
              <a:rPr kumimoji="1" lang="ja-JP" altLang="en-US" sz="2800" dirty="0">
                <a:solidFill>
                  <a:schemeClr val="bg1"/>
                </a:solidFill>
                <a:latin typeface="メイリオ" panose="020B0604030504040204" pitchFamily="50" charset="-128"/>
                <a:ea typeface="メイリオ" panose="020B0604030504040204" pitchFamily="50" charset="-128"/>
              </a:rPr>
              <a:t>ゲーム</a:t>
            </a:r>
            <a:endParaRPr kumimoji="1" lang="en-US" altLang="ja-JP" sz="28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800" dirty="0">
                <a:solidFill>
                  <a:schemeClr val="bg1"/>
                </a:solidFill>
                <a:latin typeface="メイリオ" panose="020B0604030504040204" pitchFamily="50" charset="-128"/>
                <a:ea typeface="メイリオ" panose="020B0604030504040204" pitchFamily="50" charset="-128"/>
              </a:rPr>
              <a:t>タイトル</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1C700FEB-3A8B-5BEF-954E-0EC63BF60CAE}"/>
              </a:ext>
            </a:extLst>
          </p:cNvPr>
          <p:cNvSpPr txBox="1"/>
          <p:nvPr/>
        </p:nvSpPr>
        <p:spPr>
          <a:xfrm>
            <a:off x="2630988" y="1194826"/>
            <a:ext cx="10182968" cy="954107"/>
          </a:xfrm>
          <a:prstGeom prst="rect">
            <a:avLst/>
          </a:prstGeom>
          <a:solidFill>
            <a:schemeClr val="bg1"/>
          </a:solidFill>
          <a:ln>
            <a:solidFill>
              <a:schemeClr val="tx1"/>
            </a:solidFill>
          </a:ln>
        </p:spPr>
        <p:txBody>
          <a:bodyPr wrap="square" rtlCol="0">
            <a:spAutoFit/>
          </a:bodyPr>
          <a:lstStyle/>
          <a:p>
            <a:r>
              <a:rPr kumimoji="1" lang="en-US" altLang="ja-JP" sz="2800" dirty="0">
                <a:latin typeface="メイリオ" panose="020B0604030504040204" pitchFamily="50" charset="-128"/>
                <a:ea typeface="メイリオ" panose="020B0604030504040204" pitchFamily="50" charset="-128"/>
              </a:rPr>
              <a:t>ENDLESS ENCORE</a:t>
            </a:r>
          </a:p>
          <a:p>
            <a:endParaRPr kumimoji="1" lang="en-US" altLang="ja-JP" sz="28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5527D54C-19AA-B8F5-2A89-D0A061324D7C}"/>
              </a:ext>
            </a:extLst>
          </p:cNvPr>
          <p:cNvSpPr txBox="1"/>
          <p:nvPr/>
        </p:nvSpPr>
        <p:spPr>
          <a:xfrm>
            <a:off x="165694" y="2213928"/>
            <a:ext cx="2290635" cy="954107"/>
          </a:xfrm>
          <a:prstGeom prst="rect">
            <a:avLst/>
          </a:prstGeom>
          <a:solidFill>
            <a:srgbClr val="002060"/>
          </a:solidFill>
        </p:spPr>
        <p:txBody>
          <a:bodyPr wrap="square" rtlCol="0" anchor="ctr">
            <a:spAutoFit/>
          </a:bodyPr>
          <a:lstStyle/>
          <a:p>
            <a:pPr algn="ctr"/>
            <a:r>
              <a:rPr kumimoji="1" lang="ja-JP" altLang="en-US" sz="2800" dirty="0">
                <a:solidFill>
                  <a:schemeClr val="bg1"/>
                </a:solidFill>
                <a:latin typeface="メイリオ" panose="020B0604030504040204" pitchFamily="50" charset="-128"/>
                <a:ea typeface="メイリオ" panose="020B0604030504040204" pitchFamily="50" charset="-128"/>
              </a:rPr>
              <a:t>主人公に</a:t>
            </a:r>
            <a:endParaRPr kumimoji="1" lang="en-US" altLang="ja-JP" sz="28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800" dirty="0">
                <a:solidFill>
                  <a:schemeClr val="bg1"/>
                </a:solidFill>
                <a:latin typeface="メイリオ" panose="020B0604030504040204" pitchFamily="50" charset="-128"/>
                <a:ea typeface="メイリオ" panose="020B0604030504040204" pitchFamily="50" charset="-128"/>
              </a:rPr>
              <a:t>ついて</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6DC3D0D-B07D-47FA-5861-B20B6E5F179D}"/>
              </a:ext>
            </a:extLst>
          </p:cNvPr>
          <p:cNvSpPr txBox="1"/>
          <p:nvPr/>
        </p:nvSpPr>
        <p:spPr>
          <a:xfrm>
            <a:off x="2630988" y="2213929"/>
            <a:ext cx="10182968" cy="954107"/>
          </a:xfrm>
          <a:prstGeom prst="rect">
            <a:avLst/>
          </a:prstGeom>
          <a:solidFill>
            <a:schemeClr val="bg1"/>
          </a:solidFill>
          <a:ln>
            <a:solidFill>
              <a:schemeClr val="tx1"/>
            </a:solidFill>
          </a:ln>
        </p:spPr>
        <p:txBody>
          <a:bodyPr wrap="square" rtlCol="0">
            <a:spAutoFit/>
          </a:bodyPr>
          <a:lstStyle/>
          <a:p>
            <a:r>
              <a:rPr kumimoji="1" lang="ja-JP" altLang="en-US" sz="2800" dirty="0">
                <a:latin typeface="メイリオ" panose="020B0604030504040204" pitchFamily="50" charset="-128"/>
                <a:ea typeface="メイリオ" panose="020B0604030504040204" pitchFamily="50" charset="-128"/>
              </a:rPr>
              <a:t>旅人</a:t>
            </a:r>
            <a:endParaRPr kumimoji="1" lang="en-US" altLang="ja-JP" sz="2800" dirty="0">
              <a:latin typeface="メイリオ" panose="020B0604030504040204" pitchFamily="50" charset="-128"/>
              <a:ea typeface="メイリオ" panose="020B0604030504040204" pitchFamily="50" charset="-128"/>
            </a:endParaRPr>
          </a:p>
          <a:p>
            <a:endParaRPr kumimoji="1" lang="en-US" altLang="ja-JP" sz="28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5E1B4D02-4CCF-9C29-88C8-E09C46F1247F}"/>
              </a:ext>
            </a:extLst>
          </p:cNvPr>
          <p:cNvSpPr txBox="1"/>
          <p:nvPr/>
        </p:nvSpPr>
        <p:spPr>
          <a:xfrm>
            <a:off x="165694" y="3189231"/>
            <a:ext cx="2290635" cy="954107"/>
          </a:xfrm>
          <a:prstGeom prst="rect">
            <a:avLst/>
          </a:prstGeom>
          <a:solidFill>
            <a:srgbClr val="002060"/>
          </a:solidFill>
        </p:spPr>
        <p:txBody>
          <a:bodyPr wrap="square" rtlCol="0" anchor="ctr">
            <a:spAutoFit/>
          </a:bodyPr>
          <a:lstStyle/>
          <a:p>
            <a:pPr algn="ctr"/>
            <a:r>
              <a:rPr kumimoji="1" lang="ja-JP" altLang="en-US" sz="2800" dirty="0">
                <a:solidFill>
                  <a:schemeClr val="bg1"/>
                </a:solidFill>
                <a:latin typeface="メイリオ" panose="020B0604030504040204" pitchFamily="50" charset="-128"/>
                <a:ea typeface="メイリオ" panose="020B0604030504040204" pitchFamily="50" charset="-128"/>
              </a:rPr>
              <a:t>場所・世界</a:t>
            </a:r>
            <a:endParaRPr kumimoji="1" lang="en-US" altLang="ja-JP" sz="28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800" dirty="0">
                <a:solidFill>
                  <a:schemeClr val="bg1"/>
                </a:solidFill>
                <a:latin typeface="メイリオ" panose="020B0604030504040204" pitchFamily="50" charset="-128"/>
                <a:ea typeface="メイリオ" panose="020B0604030504040204" pitchFamily="50" charset="-128"/>
              </a:rPr>
              <a:t>について</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74EBBCE-D030-31A0-25E8-629024707ED4}"/>
              </a:ext>
            </a:extLst>
          </p:cNvPr>
          <p:cNvSpPr txBox="1"/>
          <p:nvPr/>
        </p:nvSpPr>
        <p:spPr>
          <a:xfrm>
            <a:off x="2630988" y="3189232"/>
            <a:ext cx="10182968" cy="1384995"/>
          </a:xfrm>
          <a:prstGeom prst="rect">
            <a:avLst/>
          </a:prstGeom>
          <a:solidFill>
            <a:schemeClr val="bg1"/>
          </a:solidFill>
          <a:ln>
            <a:solidFill>
              <a:schemeClr val="tx1"/>
            </a:solidFill>
          </a:ln>
        </p:spPr>
        <p:txBody>
          <a:bodyPr wrap="square" rtlCol="0">
            <a:spAutoFit/>
          </a:bodyPr>
          <a:lstStyle/>
          <a:p>
            <a:r>
              <a:rPr kumimoji="1" lang="ja-JP" altLang="en-US" sz="2800" dirty="0">
                <a:latin typeface="メイリオ" panose="020B0604030504040204" pitchFamily="50" charset="-128"/>
                <a:ea typeface="メイリオ" panose="020B0604030504040204" pitchFamily="50" charset="-128"/>
              </a:rPr>
              <a:t>廃れた劇場</a:t>
            </a:r>
            <a:endParaRPr kumimoji="1" lang="en-US" altLang="ja-JP" sz="2800" dirty="0">
              <a:latin typeface="メイリオ" panose="020B0604030504040204" pitchFamily="50" charset="-128"/>
              <a:ea typeface="メイリオ" panose="020B0604030504040204" pitchFamily="50" charset="-128"/>
            </a:endParaRPr>
          </a:p>
          <a:p>
            <a:endParaRPr kumimoji="1" lang="en-US" altLang="ja-JP" sz="2800" dirty="0">
              <a:latin typeface="メイリオ" panose="020B0604030504040204" pitchFamily="50" charset="-128"/>
              <a:ea typeface="メイリオ" panose="020B0604030504040204" pitchFamily="50" charset="-128"/>
            </a:endParaRPr>
          </a:p>
          <a:p>
            <a:endParaRPr kumimoji="1" lang="en-US" altLang="ja-JP" sz="280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D76D0640-A37B-E247-F879-B199C8BBB738}"/>
              </a:ext>
            </a:extLst>
          </p:cNvPr>
          <p:cNvSpPr txBox="1"/>
          <p:nvPr/>
        </p:nvSpPr>
        <p:spPr>
          <a:xfrm>
            <a:off x="165694" y="4209798"/>
            <a:ext cx="2290635" cy="954107"/>
          </a:xfrm>
          <a:prstGeom prst="rect">
            <a:avLst/>
          </a:prstGeom>
          <a:solidFill>
            <a:srgbClr val="002060"/>
          </a:solidFill>
        </p:spPr>
        <p:txBody>
          <a:bodyPr wrap="square" rtlCol="0" anchor="ctr">
            <a:spAutoFit/>
          </a:bodyPr>
          <a:lstStyle/>
          <a:p>
            <a:pPr algn="ctr"/>
            <a:r>
              <a:rPr kumimoji="1" lang="ja-JP" altLang="en-US" sz="2800" dirty="0">
                <a:solidFill>
                  <a:schemeClr val="bg1"/>
                </a:solidFill>
                <a:latin typeface="メイリオ" panose="020B0604030504040204" pitchFamily="50" charset="-128"/>
                <a:ea typeface="メイリオ" panose="020B0604030504040204" pitchFamily="50" charset="-128"/>
              </a:rPr>
              <a:t>メイン</a:t>
            </a:r>
            <a:endParaRPr kumimoji="1" lang="en-US" altLang="ja-JP" sz="28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800" dirty="0">
                <a:solidFill>
                  <a:schemeClr val="bg1"/>
                </a:solidFill>
                <a:latin typeface="メイリオ" panose="020B0604030504040204" pitchFamily="50" charset="-128"/>
                <a:ea typeface="メイリオ" panose="020B0604030504040204" pitchFamily="50" charset="-128"/>
              </a:rPr>
              <a:t>アクション</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AB16DBE3-61EB-2341-C5D4-51E1B508BEA0}"/>
              </a:ext>
            </a:extLst>
          </p:cNvPr>
          <p:cNvSpPr txBox="1"/>
          <p:nvPr/>
        </p:nvSpPr>
        <p:spPr>
          <a:xfrm>
            <a:off x="2630988" y="4209799"/>
            <a:ext cx="10182968" cy="954107"/>
          </a:xfrm>
          <a:prstGeom prst="rect">
            <a:avLst/>
          </a:prstGeom>
          <a:solidFill>
            <a:schemeClr val="bg1"/>
          </a:solidFill>
          <a:ln>
            <a:solidFill>
              <a:schemeClr val="tx1"/>
            </a:solidFill>
          </a:ln>
        </p:spPr>
        <p:txBody>
          <a:bodyPr wrap="square" rtlCol="0">
            <a:spAutoFit/>
          </a:bodyPr>
          <a:lstStyle/>
          <a:p>
            <a:r>
              <a:rPr kumimoji="1" lang="ja-JP" altLang="en-US" sz="2800" dirty="0">
                <a:latin typeface="メイリオ" panose="020B0604030504040204" pitchFamily="50" charset="-128"/>
                <a:ea typeface="メイリオ" panose="020B0604030504040204" pitchFamily="50" charset="-128"/>
              </a:rPr>
              <a:t>敵の攻撃を弾き返す（パリィ）</a:t>
            </a:r>
            <a:endParaRPr kumimoji="1" lang="en-US" altLang="ja-JP" sz="2800" dirty="0">
              <a:latin typeface="メイリオ" panose="020B0604030504040204" pitchFamily="50" charset="-128"/>
              <a:ea typeface="メイリオ" panose="020B0604030504040204" pitchFamily="50" charset="-128"/>
            </a:endParaRPr>
          </a:p>
          <a:p>
            <a:endParaRPr kumimoji="1" lang="en-US" altLang="ja-JP" sz="28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43C062E1-1FBC-CF9E-D7D0-299D9075DF65}"/>
              </a:ext>
            </a:extLst>
          </p:cNvPr>
          <p:cNvSpPr txBox="1"/>
          <p:nvPr/>
        </p:nvSpPr>
        <p:spPr>
          <a:xfrm>
            <a:off x="165694" y="5239831"/>
            <a:ext cx="2290635" cy="954107"/>
          </a:xfrm>
          <a:prstGeom prst="rect">
            <a:avLst/>
          </a:prstGeom>
          <a:solidFill>
            <a:srgbClr val="002060"/>
          </a:solidFill>
        </p:spPr>
        <p:txBody>
          <a:bodyPr wrap="square" rtlCol="0" anchor="ctr">
            <a:spAutoFit/>
          </a:bodyPr>
          <a:lstStyle/>
          <a:p>
            <a:pPr algn="ctr"/>
            <a:r>
              <a:rPr kumimoji="1" lang="ja-JP" altLang="en-US" sz="2800" dirty="0">
                <a:solidFill>
                  <a:schemeClr val="bg1"/>
                </a:solidFill>
                <a:latin typeface="メイリオ" panose="020B0604030504040204" pitchFamily="50" charset="-128"/>
                <a:ea typeface="メイリオ" panose="020B0604030504040204" pitchFamily="50" charset="-128"/>
              </a:rPr>
              <a:t>目的に</a:t>
            </a:r>
            <a:endParaRPr kumimoji="1" lang="en-US" altLang="ja-JP" sz="28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800" dirty="0">
                <a:solidFill>
                  <a:schemeClr val="bg1"/>
                </a:solidFill>
                <a:latin typeface="メイリオ" panose="020B0604030504040204" pitchFamily="50" charset="-128"/>
                <a:ea typeface="メイリオ" panose="020B0604030504040204" pitchFamily="50" charset="-128"/>
              </a:rPr>
              <a:t>ついて</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C4B1D26D-EE88-5A61-C1FA-0BB790D7C150}"/>
              </a:ext>
            </a:extLst>
          </p:cNvPr>
          <p:cNvSpPr txBox="1"/>
          <p:nvPr/>
        </p:nvSpPr>
        <p:spPr>
          <a:xfrm>
            <a:off x="2630988" y="5253480"/>
            <a:ext cx="10182968" cy="954107"/>
          </a:xfrm>
          <a:prstGeom prst="rect">
            <a:avLst/>
          </a:prstGeom>
          <a:solidFill>
            <a:schemeClr val="bg1"/>
          </a:solidFill>
          <a:ln>
            <a:solidFill>
              <a:schemeClr val="tx1"/>
            </a:solidFill>
          </a:ln>
        </p:spPr>
        <p:txBody>
          <a:bodyPr wrap="square" rtlCol="0">
            <a:spAutoFit/>
          </a:bodyPr>
          <a:lstStyle/>
          <a:p>
            <a:r>
              <a:rPr kumimoji="1" lang="ja-JP" altLang="en-US" sz="2800" dirty="0">
                <a:latin typeface="メイリオ"/>
                <a:ea typeface="メイリオ"/>
              </a:rPr>
              <a:t>敵を倒す</a:t>
            </a:r>
            <a:endParaRPr kumimoji="1" lang="en-US" altLang="ja-JP" sz="2800" dirty="0">
              <a:latin typeface="メイリオ" panose="020B0604030504040204" pitchFamily="50" charset="-128"/>
              <a:ea typeface="メイリオ" panose="020B0604030504040204" pitchFamily="50" charset="-128"/>
            </a:endParaRPr>
          </a:p>
          <a:p>
            <a:endParaRPr kumimoji="1" lang="en-US" altLang="ja-JP" sz="28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E0D1937F-47C9-9E98-E038-F3A696BE53ED}"/>
              </a:ext>
            </a:extLst>
          </p:cNvPr>
          <p:cNvSpPr txBox="1"/>
          <p:nvPr/>
        </p:nvSpPr>
        <p:spPr>
          <a:xfrm>
            <a:off x="190845" y="6302565"/>
            <a:ext cx="2290635" cy="954107"/>
          </a:xfrm>
          <a:prstGeom prst="rect">
            <a:avLst/>
          </a:prstGeom>
          <a:solidFill>
            <a:srgbClr val="002060"/>
          </a:solidFill>
        </p:spPr>
        <p:txBody>
          <a:bodyPr wrap="square" rtlCol="0" anchor="ctr">
            <a:spAutoFit/>
          </a:bodyPr>
          <a:lstStyle/>
          <a:p>
            <a:pPr algn="ctr"/>
            <a:r>
              <a:rPr kumimoji="1" lang="ja-JP" altLang="en-US" sz="2800" dirty="0">
                <a:solidFill>
                  <a:schemeClr val="bg1"/>
                </a:solidFill>
                <a:latin typeface="メイリオ" panose="020B0604030504040204" pitchFamily="50" charset="-128"/>
                <a:ea typeface="メイリオ" panose="020B0604030504040204" pitchFamily="50" charset="-128"/>
              </a:rPr>
              <a:t>課題</a:t>
            </a:r>
            <a:endParaRPr kumimoji="1" lang="en-US" altLang="ja-JP" sz="28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800" dirty="0">
                <a:solidFill>
                  <a:schemeClr val="bg1"/>
                </a:solidFill>
                <a:latin typeface="メイリオ" panose="020B0604030504040204" pitchFamily="50" charset="-128"/>
                <a:ea typeface="メイリオ" panose="020B0604030504040204" pitchFamily="50" charset="-128"/>
              </a:rPr>
              <a:t>について</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EA360183-8BEA-9018-42C8-A4AE0523D94A}"/>
              </a:ext>
            </a:extLst>
          </p:cNvPr>
          <p:cNvSpPr txBox="1"/>
          <p:nvPr/>
        </p:nvSpPr>
        <p:spPr>
          <a:xfrm>
            <a:off x="2656139" y="6302566"/>
            <a:ext cx="10182968" cy="954107"/>
          </a:xfrm>
          <a:prstGeom prst="rect">
            <a:avLst/>
          </a:prstGeom>
          <a:solidFill>
            <a:schemeClr val="bg1"/>
          </a:solidFill>
          <a:ln>
            <a:solidFill>
              <a:schemeClr val="tx1"/>
            </a:solidFill>
          </a:ln>
        </p:spPr>
        <p:txBody>
          <a:bodyPr wrap="square" rtlCol="0">
            <a:spAutoFit/>
          </a:bodyPr>
          <a:lstStyle/>
          <a:p>
            <a:r>
              <a:rPr kumimoji="1" lang="ja-JP" altLang="en-US" sz="2800" dirty="0">
                <a:latin typeface="メイリオ" panose="020B0604030504040204" pitchFamily="50" charset="-128"/>
                <a:ea typeface="メイリオ" panose="020B0604030504040204" pitchFamily="50" charset="-128"/>
              </a:rPr>
              <a:t>敵</a:t>
            </a:r>
            <a:endParaRPr kumimoji="1" lang="en-US" altLang="ja-JP" sz="2800" dirty="0">
              <a:latin typeface="メイリオ" panose="020B0604030504040204" pitchFamily="50" charset="-128"/>
              <a:ea typeface="メイリオ" panose="020B0604030504040204" pitchFamily="50" charset="-128"/>
            </a:endParaRPr>
          </a:p>
          <a:p>
            <a:endParaRPr kumimoji="1" lang="en-US" altLang="ja-JP" sz="28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C6274AE5-110A-93BF-023A-D37A931E03A8}"/>
              </a:ext>
            </a:extLst>
          </p:cNvPr>
          <p:cNvSpPr txBox="1"/>
          <p:nvPr/>
        </p:nvSpPr>
        <p:spPr>
          <a:xfrm>
            <a:off x="190845" y="7399057"/>
            <a:ext cx="2290635" cy="954107"/>
          </a:xfrm>
          <a:prstGeom prst="rect">
            <a:avLst/>
          </a:prstGeom>
          <a:solidFill>
            <a:srgbClr val="002060"/>
          </a:solidFill>
        </p:spPr>
        <p:txBody>
          <a:bodyPr wrap="square" rtlCol="0" anchor="ctr">
            <a:spAutoFit/>
          </a:bodyPr>
          <a:lstStyle/>
          <a:p>
            <a:pPr algn="ctr"/>
            <a:r>
              <a:rPr kumimoji="1" lang="ja-JP" altLang="en-US" sz="2800">
                <a:solidFill>
                  <a:schemeClr val="bg1"/>
                </a:solidFill>
                <a:latin typeface="メイリオ" panose="020B0604030504040204" pitchFamily="50" charset="-128"/>
                <a:ea typeface="メイリオ" panose="020B0604030504040204" pitchFamily="50" charset="-128"/>
              </a:rPr>
              <a:t>ジャンルについて</a:t>
            </a:r>
            <a:endParaRPr kumimoji="1" lang="en-US" altLang="ja-JP" sz="2800">
              <a:solidFill>
                <a:schemeClr val="bg1"/>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39389119-84FB-C9B1-5A8D-3C1EF720178C}"/>
              </a:ext>
            </a:extLst>
          </p:cNvPr>
          <p:cNvSpPr txBox="1"/>
          <p:nvPr/>
        </p:nvSpPr>
        <p:spPr>
          <a:xfrm>
            <a:off x="2656139" y="7399057"/>
            <a:ext cx="10182968" cy="954107"/>
          </a:xfrm>
          <a:prstGeom prst="rect">
            <a:avLst/>
          </a:prstGeom>
          <a:solidFill>
            <a:schemeClr val="bg1"/>
          </a:solidFill>
          <a:ln>
            <a:solidFill>
              <a:schemeClr val="tx1"/>
            </a:solidFill>
          </a:ln>
        </p:spPr>
        <p:txBody>
          <a:bodyPr wrap="square" rtlCol="0">
            <a:spAutoFit/>
          </a:bodyPr>
          <a:lstStyle/>
          <a:p>
            <a:r>
              <a:rPr kumimoji="1" lang="ja-JP" altLang="en-US" sz="2800" dirty="0">
                <a:latin typeface="メイリオ" panose="020B0604030504040204" pitchFamily="50" charset="-128"/>
                <a:ea typeface="メイリオ" panose="020B0604030504040204" pitchFamily="50" charset="-128"/>
              </a:rPr>
              <a:t>アクション</a:t>
            </a:r>
            <a:endParaRPr kumimoji="1" lang="en-US" altLang="ja-JP" sz="2800" dirty="0">
              <a:latin typeface="メイリオ" panose="020B0604030504040204" pitchFamily="50" charset="-128"/>
              <a:ea typeface="メイリオ" panose="020B0604030504040204" pitchFamily="50" charset="-128"/>
            </a:endParaRPr>
          </a:p>
          <a:p>
            <a:endParaRPr kumimoji="1" lang="en-US" altLang="ja-JP" sz="280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7F6E648-BCBC-F4E7-CD6E-304F25AC3FA9}"/>
              </a:ext>
            </a:extLst>
          </p:cNvPr>
          <p:cNvSpPr txBox="1"/>
          <p:nvPr/>
        </p:nvSpPr>
        <p:spPr>
          <a:xfrm>
            <a:off x="215996" y="8461791"/>
            <a:ext cx="2290635" cy="954107"/>
          </a:xfrm>
          <a:prstGeom prst="rect">
            <a:avLst/>
          </a:prstGeom>
          <a:solidFill>
            <a:srgbClr val="002060"/>
          </a:solidFill>
        </p:spPr>
        <p:txBody>
          <a:bodyPr wrap="square" rtlCol="0" anchor="ctr">
            <a:spAutoFit/>
          </a:bodyPr>
          <a:lstStyle/>
          <a:p>
            <a:pPr algn="ctr"/>
            <a:r>
              <a:rPr kumimoji="1" lang="ja-JP" altLang="en-US" sz="2800">
                <a:solidFill>
                  <a:schemeClr val="bg1"/>
                </a:solidFill>
                <a:latin typeface="メイリオ" panose="020B0604030504040204" pitchFamily="50" charset="-128"/>
                <a:ea typeface="メイリオ" panose="020B0604030504040204" pitchFamily="50" charset="-128"/>
              </a:rPr>
              <a:t>上記からの</a:t>
            </a:r>
            <a:endParaRPr kumimoji="1" lang="en-US" altLang="ja-JP" sz="2800">
              <a:solidFill>
                <a:schemeClr val="bg1"/>
              </a:solidFill>
              <a:latin typeface="メイリオ" panose="020B0604030504040204" pitchFamily="50" charset="-128"/>
              <a:ea typeface="メイリオ" panose="020B0604030504040204" pitchFamily="50" charset="-128"/>
            </a:endParaRPr>
          </a:p>
          <a:p>
            <a:pPr algn="ctr"/>
            <a:r>
              <a:rPr kumimoji="1" lang="ja-JP" altLang="en-US" sz="2800">
                <a:solidFill>
                  <a:schemeClr val="bg1"/>
                </a:solidFill>
                <a:latin typeface="メイリオ" panose="020B0604030504040204" pitchFamily="50" charset="-128"/>
                <a:ea typeface="メイリオ" panose="020B0604030504040204" pitchFamily="50" charset="-128"/>
              </a:rPr>
              <a:t>ゲーム概要</a:t>
            </a:r>
            <a:endParaRPr kumimoji="1" lang="en-US" altLang="ja-JP" sz="2800">
              <a:solidFill>
                <a:schemeClr val="bg1"/>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01B2D134-9A4C-605D-5101-0C5A8006F89C}"/>
              </a:ext>
            </a:extLst>
          </p:cNvPr>
          <p:cNvSpPr txBox="1"/>
          <p:nvPr/>
        </p:nvSpPr>
        <p:spPr>
          <a:xfrm>
            <a:off x="2681290" y="8461792"/>
            <a:ext cx="10182968" cy="830997"/>
          </a:xfrm>
          <a:prstGeom prst="rect">
            <a:avLst/>
          </a:prstGeom>
          <a:solidFill>
            <a:schemeClr val="bg1"/>
          </a:solidFill>
          <a:ln>
            <a:solidFill>
              <a:schemeClr val="tx1"/>
            </a:solidFill>
          </a:ln>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旅人が、すたれた劇場で、パリィをくりかえして、観客を盛り上げ、</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敵を倒す、アクションゲーム</a:t>
            </a:r>
            <a:endParaRPr kumimoji="1" lang="en-US" altLang="ja-JP"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2052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EA0190C-6B18-460B-8E7D-D4FE63597C15}"/>
              </a:ext>
            </a:extLst>
          </p:cNvPr>
          <p:cNvSpPr>
            <a:spLocks noGrp="1"/>
          </p:cNvSpPr>
          <p:nvPr>
            <p:ph type="title"/>
          </p:nvPr>
        </p:nvSpPr>
        <p:spPr>
          <a:xfrm>
            <a:off x="165695" y="251597"/>
            <a:ext cx="12648261" cy="701660"/>
          </a:xfrm>
          <a:solidFill>
            <a:srgbClr val="002060"/>
          </a:solidFill>
          <a:ln w="28575">
            <a:noFill/>
          </a:ln>
        </p:spPr>
        <p:txBody>
          <a:bodyPr anchor="b">
            <a:normAutofit/>
          </a:bodyPr>
          <a:lstStyle/>
          <a:p>
            <a:pPr algn="l"/>
            <a:r>
              <a:rPr lang="ja-JP" altLang="en-US" sz="3600" b="1">
                <a:solidFill>
                  <a:schemeClr val="bg1"/>
                </a:solidFill>
                <a:latin typeface="メイリオ" panose="020B0604030504040204" pitchFamily="50" charset="-128"/>
                <a:ea typeface="メイリオ" panose="020B0604030504040204" pitchFamily="50" charset="-128"/>
              </a:rPr>
              <a:t>ゲーム画面 イメージ</a:t>
            </a:r>
          </a:p>
        </p:txBody>
      </p:sp>
      <p:sp>
        <p:nvSpPr>
          <p:cNvPr id="5" name="円/楕円 4"/>
          <p:cNvSpPr/>
          <p:nvPr/>
        </p:nvSpPr>
        <p:spPr bwMode="auto">
          <a:xfrm>
            <a:off x="12332043" y="518984"/>
            <a:ext cx="799718" cy="799718"/>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0" name="円/楕円 29"/>
          <p:cNvSpPr/>
          <p:nvPr/>
        </p:nvSpPr>
        <p:spPr bwMode="auto">
          <a:xfrm>
            <a:off x="11886731" y="695776"/>
            <a:ext cx="235604" cy="235604"/>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8" name="フローチャート: 端子 7"/>
          <p:cNvSpPr/>
          <p:nvPr/>
        </p:nvSpPr>
        <p:spPr bwMode="auto">
          <a:xfrm rot="18469270">
            <a:off x="11831602" y="-10107"/>
            <a:ext cx="1376043" cy="256021"/>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1" name="フローチャート: 端子 30"/>
          <p:cNvSpPr/>
          <p:nvPr/>
        </p:nvSpPr>
        <p:spPr bwMode="auto">
          <a:xfrm rot="18469270">
            <a:off x="11045329" y="647402"/>
            <a:ext cx="840692" cy="267022"/>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2" name="正方形/長方形 1">
            <a:extLst>
              <a:ext uri="{FF2B5EF4-FFF2-40B4-BE49-F238E27FC236}">
                <a16:creationId xmlns:a16="http://schemas.microsoft.com/office/drawing/2014/main" id="{A4D8CD27-4148-4714-FFA9-31EF424B6B07}"/>
              </a:ext>
            </a:extLst>
          </p:cNvPr>
          <p:cNvSpPr/>
          <p:nvPr/>
        </p:nvSpPr>
        <p:spPr bwMode="auto">
          <a:xfrm>
            <a:off x="1177664" y="2464610"/>
            <a:ext cx="10649472" cy="5751095"/>
          </a:xfrm>
          <a:prstGeom prst="rect">
            <a:avLst/>
          </a:prstGeom>
          <a:solidFill>
            <a:schemeClr val="bg1"/>
          </a:solidFill>
          <a:ln w="38100">
            <a:solidFill>
              <a:srgbClr val="000000"/>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 name="テキスト ボックス 2">
            <a:extLst>
              <a:ext uri="{FF2B5EF4-FFF2-40B4-BE49-F238E27FC236}">
                <a16:creationId xmlns:a16="http://schemas.microsoft.com/office/drawing/2014/main" id="{ACD3247E-F948-979A-1F50-0C213D84EE3B}"/>
              </a:ext>
            </a:extLst>
          </p:cNvPr>
          <p:cNvSpPr txBox="1"/>
          <p:nvPr/>
        </p:nvSpPr>
        <p:spPr>
          <a:xfrm>
            <a:off x="215996" y="1231880"/>
            <a:ext cx="2290635" cy="954107"/>
          </a:xfrm>
          <a:prstGeom prst="rect">
            <a:avLst/>
          </a:prstGeom>
          <a:solidFill>
            <a:srgbClr val="002060"/>
          </a:solidFill>
        </p:spPr>
        <p:txBody>
          <a:bodyPr wrap="square" rtlCol="0" anchor="ctr">
            <a:spAutoFit/>
          </a:bodyPr>
          <a:lstStyle/>
          <a:p>
            <a:pPr algn="ctr"/>
            <a:r>
              <a:rPr kumimoji="1" lang="ja-JP" altLang="en-US" sz="2800">
                <a:solidFill>
                  <a:schemeClr val="bg1"/>
                </a:solidFill>
                <a:latin typeface="メイリオ" panose="020B0604030504040204" pitchFamily="50" charset="-128"/>
                <a:ea typeface="メイリオ" panose="020B0604030504040204" pitchFamily="50" charset="-128"/>
              </a:rPr>
              <a:t>ゲーム概要</a:t>
            </a:r>
            <a:endParaRPr kumimoji="1" lang="en-US" altLang="ja-JP" sz="2800">
              <a:solidFill>
                <a:schemeClr val="bg1"/>
              </a:solidFill>
              <a:latin typeface="メイリオ" panose="020B0604030504040204" pitchFamily="50" charset="-128"/>
              <a:ea typeface="メイリオ" panose="020B0604030504040204" pitchFamily="50" charset="-128"/>
            </a:endParaRPr>
          </a:p>
          <a:p>
            <a:pPr algn="ctr"/>
            <a:endParaRPr kumimoji="1" lang="en-US" altLang="ja-JP" sz="280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1340A38F-7A0A-C3CF-D8B5-3D4165FAD496}"/>
              </a:ext>
            </a:extLst>
          </p:cNvPr>
          <p:cNvSpPr txBox="1"/>
          <p:nvPr/>
        </p:nvSpPr>
        <p:spPr>
          <a:xfrm>
            <a:off x="215996" y="8580769"/>
            <a:ext cx="2290635" cy="954107"/>
          </a:xfrm>
          <a:prstGeom prst="rect">
            <a:avLst/>
          </a:prstGeom>
          <a:solidFill>
            <a:srgbClr val="002060"/>
          </a:solidFill>
        </p:spPr>
        <p:txBody>
          <a:bodyPr wrap="square" rtlCol="0" anchor="ctr">
            <a:spAutoFit/>
          </a:bodyPr>
          <a:lstStyle/>
          <a:p>
            <a:pPr algn="ctr"/>
            <a:r>
              <a:rPr kumimoji="1" lang="ja-JP" altLang="en-US" sz="2800" dirty="0">
                <a:solidFill>
                  <a:schemeClr val="bg1"/>
                </a:solidFill>
                <a:latin typeface="メイリオ" panose="020B0604030504040204" pitchFamily="50" charset="-128"/>
                <a:ea typeface="メイリオ" panose="020B0604030504040204" pitchFamily="50" charset="-128"/>
              </a:rPr>
              <a:t>ここが</a:t>
            </a:r>
            <a:endParaRPr kumimoji="1" lang="en-US" altLang="ja-JP" sz="28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800" dirty="0">
                <a:solidFill>
                  <a:schemeClr val="bg1"/>
                </a:solidFill>
                <a:latin typeface="メイリオ" panose="020B0604030504040204" pitchFamily="50" charset="-128"/>
                <a:ea typeface="メイリオ" panose="020B0604030504040204" pitchFamily="50" charset="-128"/>
              </a:rPr>
              <a:t>面白い！</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B2902B89-EC04-85F1-1AD1-8E592C4C8E0D}"/>
              </a:ext>
            </a:extLst>
          </p:cNvPr>
          <p:cNvSpPr txBox="1"/>
          <p:nvPr/>
        </p:nvSpPr>
        <p:spPr>
          <a:xfrm>
            <a:off x="2681290" y="8580770"/>
            <a:ext cx="10182968" cy="1015663"/>
          </a:xfrm>
          <a:prstGeom prst="rect">
            <a:avLst/>
          </a:prstGeom>
          <a:solidFill>
            <a:schemeClr val="bg1"/>
          </a:solidFill>
          <a:ln>
            <a:solidFill>
              <a:schemeClr val="tx1"/>
            </a:solidFill>
          </a:ln>
        </p:spPr>
        <p:txBody>
          <a:bodyPr wrap="square" rtlCol="0">
            <a:spAutoFit/>
          </a:bodyPr>
          <a:lstStyle/>
          <a:p>
            <a:r>
              <a:rPr kumimoji="1" lang="ja-JP" altLang="en-US" sz="2000" dirty="0">
                <a:latin typeface="メイリオ" panose="020B0604030504040204" pitchFamily="50" charset="-128"/>
                <a:ea typeface="メイリオ" panose="020B0604030504040204" pitchFamily="50" charset="-128"/>
              </a:rPr>
              <a:t>前作より戦闘に深みをもたせることで、より緊張感のある戦闘を体験できる。</a:t>
            </a:r>
            <a:endParaRPr kumimoji="1" lang="en-US" altLang="ja-JP" sz="2000" dirty="0">
              <a:latin typeface="メイリオ" panose="020B0604030504040204" pitchFamily="50" charset="-128"/>
              <a:ea typeface="メイリオ" panose="020B0604030504040204" pitchFamily="50" charset="-128"/>
            </a:endParaRPr>
          </a:p>
          <a:p>
            <a:r>
              <a:rPr kumimoji="1" lang="ja-JP" altLang="en-US" sz="2000" dirty="0">
                <a:latin typeface="メイリオ" panose="020B0604030504040204" pitchFamily="50" charset="-128"/>
                <a:ea typeface="メイリオ" panose="020B0604030504040204" pitchFamily="50" charset="-128"/>
              </a:rPr>
              <a:t>敵を倒したときの達成感を高め、戦闘以外の演出や要素を増やすことで</a:t>
            </a:r>
            <a:endParaRPr kumimoji="1" lang="en-US" altLang="ja-JP" sz="2000" dirty="0">
              <a:latin typeface="メイリオ" panose="020B0604030504040204" pitchFamily="50" charset="-128"/>
              <a:ea typeface="メイリオ" panose="020B0604030504040204" pitchFamily="50" charset="-128"/>
            </a:endParaRPr>
          </a:p>
          <a:p>
            <a:endParaRPr kumimoji="1" lang="en-US" altLang="ja-JP" sz="20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61A8A455-9924-468F-9CDA-434A85311BFA}"/>
              </a:ext>
            </a:extLst>
          </p:cNvPr>
          <p:cNvSpPr txBox="1"/>
          <p:nvPr/>
        </p:nvSpPr>
        <p:spPr>
          <a:xfrm>
            <a:off x="2681290" y="1295294"/>
            <a:ext cx="10182968" cy="830997"/>
          </a:xfrm>
          <a:prstGeom prst="rect">
            <a:avLst/>
          </a:prstGeom>
          <a:solidFill>
            <a:schemeClr val="bg1"/>
          </a:solidFill>
          <a:ln>
            <a:solidFill>
              <a:schemeClr val="tx1"/>
            </a:solidFill>
          </a:ln>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旅人が、劇場で、パリィをくりかえして、観客を盛り上げ、</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敵を倒す、アクションゲーム</a:t>
            </a:r>
            <a:endParaRPr kumimoji="1" lang="en-US" altLang="ja-JP" sz="2400" dirty="0">
              <a:latin typeface="メイリオ" panose="020B0604030504040204" pitchFamily="50" charset="-128"/>
              <a:ea typeface="メイリオ" panose="020B0604030504040204" pitchFamily="50" charset="-128"/>
            </a:endParaRPr>
          </a:p>
        </p:txBody>
      </p:sp>
      <p:pic>
        <p:nvPicPr>
          <p:cNvPr id="10" name="図 9">
            <a:extLst>
              <a:ext uri="{FF2B5EF4-FFF2-40B4-BE49-F238E27FC236}">
                <a16:creationId xmlns:a16="http://schemas.microsoft.com/office/drawing/2014/main" id="{CE0EEBB3-B942-4CFF-955C-58F9984CAA2F}"/>
              </a:ext>
            </a:extLst>
          </p:cNvPr>
          <p:cNvPicPr>
            <a:picLocks noChangeAspect="1"/>
          </p:cNvPicPr>
          <p:nvPr/>
        </p:nvPicPr>
        <p:blipFill>
          <a:blip r:embed="rId3"/>
          <a:stretch>
            <a:fillRect/>
          </a:stretch>
        </p:blipFill>
        <p:spPr>
          <a:xfrm>
            <a:off x="1361313" y="4586724"/>
            <a:ext cx="5826300" cy="3562762"/>
          </a:xfrm>
          <a:prstGeom prst="rect">
            <a:avLst/>
          </a:prstGeom>
        </p:spPr>
      </p:pic>
      <p:pic>
        <p:nvPicPr>
          <p:cNvPr id="13" name="図 12">
            <a:extLst>
              <a:ext uri="{FF2B5EF4-FFF2-40B4-BE49-F238E27FC236}">
                <a16:creationId xmlns:a16="http://schemas.microsoft.com/office/drawing/2014/main" id="{6F365253-7672-4BFA-85EC-9223BEBF9D65}"/>
              </a:ext>
            </a:extLst>
          </p:cNvPr>
          <p:cNvPicPr>
            <a:picLocks noChangeAspect="1"/>
          </p:cNvPicPr>
          <p:nvPr/>
        </p:nvPicPr>
        <p:blipFill>
          <a:blip r:embed="rId4"/>
          <a:stretch>
            <a:fillRect/>
          </a:stretch>
        </p:blipFill>
        <p:spPr>
          <a:xfrm>
            <a:off x="6081727" y="2536244"/>
            <a:ext cx="5745409" cy="3562762"/>
          </a:xfrm>
          <a:prstGeom prst="rect">
            <a:avLst/>
          </a:prstGeom>
        </p:spPr>
      </p:pic>
      <p:pic>
        <p:nvPicPr>
          <p:cNvPr id="1026" name="Picture 2" descr="拍手している手（音）1 | かわいい手描きの無料イラスト｜商用利用OKのフリー素材｜てがきっず">
            <a:extLst>
              <a:ext uri="{FF2B5EF4-FFF2-40B4-BE49-F238E27FC236}">
                <a16:creationId xmlns:a16="http://schemas.microsoft.com/office/drawing/2014/main" id="{E32DC485-04F8-428C-AD7A-27387F7108F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000309" flipH="1">
            <a:off x="9985480" y="4483311"/>
            <a:ext cx="1299721" cy="144859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拍手している手（音）1 | かわいい手描きの無料イラスト｜商用利用OKのフリー素材｜てがきっず">
            <a:extLst>
              <a:ext uri="{FF2B5EF4-FFF2-40B4-BE49-F238E27FC236}">
                <a16:creationId xmlns:a16="http://schemas.microsoft.com/office/drawing/2014/main" id="{D6AB99F6-091D-428A-BBDC-59F3901AC36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20715203" flipH="1">
            <a:off x="10424050" y="3209363"/>
            <a:ext cx="1299721" cy="144859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かわいいゴーストのイラスト素材｜無料ダウンロード IllustCute">
            <a:extLst>
              <a:ext uri="{FF2B5EF4-FFF2-40B4-BE49-F238E27FC236}">
                <a16:creationId xmlns:a16="http://schemas.microsoft.com/office/drawing/2014/main" id="{6E8CFAA8-11CD-41F8-A11A-35B3A0E55430}"/>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2980" b="5712"/>
          <a:stretch/>
        </p:blipFill>
        <p:spPr bwMode="auto">
          <a:xfrm rot="781499">
            <a:off x="1896672" y="5526280"/>
            <a:ext cx="784618" cy="76252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2" descr="かわいいゴーストのイラスト素材｜無料ダウンロード IllustCute">
            <a:extLst>
              <a:ext uri="{FF2B5EF4-FFF2-40B4-BE49-F238E27FC236}">
                <a16:creationId xmlns:a16="http://schemas.microsoft.com/office/drawing/2014/main" id="{AE67E2FD-B264-438E-8225-394337A40E30}"/>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2980" b="5712"/>
          <a:stretch/>
        </p:blipFill>
        <p:spPr bwMode="auto">
          <a:xfrm rot="20683609">
            <a:off x="5048542" y="6495356"/>
            <a:ext cx="784618" cy="76252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かっこいい剣のフリーイラスト - 武器の無料素材 - チコデザ">
            <a:extLst>
              <a:ext uri="{FF2B5EF4-FFF2-40B4-BE49-F238E27FC236}">
                <a16:creationId xmlns:a16="http://schemas.microsoft.com/office/drawing/2014/main" id="{AE93A235-090D-4BC9-91FF-A15162AA509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9548161">
            <a:off x="4545431" y="6248041"/>
            <a:ext cx="1062912" cy="132797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火・炎のイラスト | かわいいフリー素材集 いらすとや">
            <a:extLst>
              <a:ext uri="{FF2B5EF4-FFF2-40B4-BE49-F238E27FC236}">
                <a16:creationId xmlns:a16="http://schemas.microsoft.com/office/drawing/2014/main" id="{87277B56-3853-41DA-BA3D-C3FFF1B3878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865384" y="6075084"/>
            <a:ext cx="615356" cy="63352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 descr="火・炎のイラスト | かわいいフリー素材集 いらすとや">
            <a:extLst>
              <a:ext uri="{FF2B5EF4-FFF2-40B4-BE49-F238E27FC236}">
                <a16:creationId xmlns:a16="http://schemas.microsoft.com/office/drawing/2014/main" id="{5452F3F3-DA8F-41A6-A178-E5D49367D92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19807" y="6064138"/>
            <a:ext cx="341800" cy="351894"/>
          </a:xfrm>
          <a:prstGeom prst="rect">
            <a:avLst/>
          </a:prstGeom>
          <a:noFill/>
          <a:extLst>
            <a:ext uri="{909E8E84-426E-40DD-AFC4-6F175D3DCCD1}">
              <a14:hiddenFill xmlns:a14="http://schemas.microsoft.com/office/drawing/2010/main">
                <a:solidFill>
                  <a:srgbClr val="FFFFFF"/>
                </a:solidFill>
              </a14:hiddenFill>
            </a:ext>
          </a:extLst>
        </p:spPr>
      </p:pic>
      <p:sp>
        <p:nvSpPr>
          <p:cNvPr id="22" name="テキスト ボックス 21">
            <a:extLst>
              <a:ext uri="{FF2B5EF4-FFF2-40B4-BE49-F238E27FC236}">
                <a16:creationId xmlns:a16="http://schemas.microsoft.com/office/drawing/2014/main" id="{DCA1868C-3215-4790-AE7F-9CC7F4C55B01}"/>
              </a:ext>
            </a:extLst>
          </p:cNvPr>
          <p:cNvSpPr txBox="1"/>
          <p:nvPr/>
        </p:nvSpPr>
        <p:spPr>
          <a:xfrm>
            <a:off x="9403776" y="4347932"/>
            <a:ext cx="2592834" cy="523220"/>
          </a:xfrm>
          <a:prstGeom prst="rect">
            <a:avLst/>
          </a:prstGeom>
          <a:noFill/>
          <a:ln>
            <a:noFill/>
          </a:ln>
        </p:spPr>
        <p:txBody>
          <a:bodyPr wrap="square" rtlCol="0">
            <a:spAutoFit/>
          </a:bodyPr>
          <a:lstStyle/>
          <a:p>
            <a:r>
              <a:rPr kumimoji="1" lang="en-US" altLang="ja-JP" sz="2800" i="1" spc="-150" dirty="0">
                <a:ln>
                  <a:solidFill>
                    <a:schemeClr val="bg1"/>
                  </a:solidFill>
                </a:ln>
                <a:solidFill>
                  <a:srgbClr val="FFC000"/>
                </a:solidFill>
                <a:latin typeface="Goudy Stout" panose="0202090407030B020401" pitchFamily="18" charset="0"/>
              </a:rPr>
              <a:t>GREAT!</a:t>
            </a:r>
            <a:endParaRPr kumimoji="1" lang="ja-JP" altLang="en-US" sz="2800" i="1" spc="-150" dirty="0">
              <a:ln>
                <a:solidFill>
                  <a:schemeClr val="bg1"/>
                </a:solidFill>
              </a:ln>
              <a:solidFill>
                <a:srgbClr val="FFC000"/>
              </a:solidFill>
              <a:latin typeface="Goudy Stout" panose="0202090407030B020401" pitchFamily="18" charset="0"/>
            </a:endParaRPr>
          </a:p>
        </p:txBody>
      </p:sp>
    </p:spTree>
    <p:extLst>
      <p:ext uri="{BB962C8B-B14F-4D97-AF65-F5344CB8AC3E}">
        <p14:creationId xmlns:p14="http://schemas.microsoft.com/office/powerpoint/2010/main" val="372703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EA0190C-6B18-460B-8E7D-D4FE63597C15}"/>
              </a:ext>
            </a:extLst>
          </p:cNvPr>
          <p:cNvSpPr>
            <a:spLocks noGrp="1"/>
          </p:cNvSpPr>
          <p:nvPr>
            <p:ph type="title"/>
          </p:nvPr>
        </p:nvSpPr>
        <p:spPr>
          <a:xfrm>
            <a:off x="165695" y="251597"/>
            <a:ext cx="12648261" cy="701660"/>
          </a:xfrm>
          <a:solidFill>
            <a:srgbClr val="002060"/>
          </a:solidFill>
          <a:ln w="28575">
            <a:noFill/>
          </a:ln>
        </p:spPr>
        <p:txBody>
          <a:bodyPr anchor="b">
            <a:normAutofit/>
          </a:bodyPr>
          <a:lstStyle/>
          <a:p>
            <a:pPr algn="l"/>
            <a:r>
              <a:rPr lang="ja-JP" altLang="en-US" sz="3600" b="1" dirty="0">
                <a:solidFill>
                  <a:schemeClr val="bg1"/>
                </a:solidFill>
                <a:latin typeface="メイリオ" panose="020B0604030504040204" pitchFamily="50" charset="-128"/>
                <a:ea typeface="メイリオ" panose="020B0604030504040204" pitchFamily="50" charset="-128"/>
              </a:rPr>
              <a:t>個人目標設定</a:t>
            </a:r>
          </a:p>
        </p:txBody>
      </p:sp>
      <p:sp>
        <p:nvSpPr>
          <p:cNvPr id="5" name="円/楕円 4"/>
          <p:cNvSpPr/>
          <p:nvPr/>
        </p:nvSpPr>
        <p:spPr bwMode="auto">
          <a:xfrm>
            <a:off x="12332043" y="518984"/>
            <a:ext cx="799718" cy="799718"/>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0" name="円/楕円 29"/>
          <p:cNvSpPr/>
          <p:nvPr/>
        </p:nvSpPr>
        <p:spPr bwMode="auto">
          <a:xfrm>
            <a:off x="11886731" y="695776"/>
            <a:ext cx="235604" cy="235604"/>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8" name="フローチャート: 端子 7"/>
          <p:cNvSpPr/>
          <p:nvPr/>
        </p:nvSpPr>
        <p:spPr bwMode="auto">
          <a:xfrm rot="18469270">
            <a:off x="11831602" y="-10107"/>
            <a:ext cx="1376043" cy="256021"/>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1" name="フローチャート: 端子 30"/>
          <p:cNvSpPr/>
          <p:nvPr/>
        </p:nvSpPr>
        <p:spPr bwMode="auto">
          <a:xfrm rot="18469270">
            <a:off x="11045329" y="647402"/>
            <a:ext cx="840692" cy="267022"/>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2" name="正方形/長方形 1">
            <a:extLst>
              <a:ext uri="{FF2B5EF4-FFF2-40B4-BE49-F238E27FC236}">
                <a16:creationId xmlns:a16="http://schemas.microsoft.com/office/drawing/2014/main" id="{A4D8CD27-4148-4714-FFA9-31EF424B6B07}"/>
              </a:ext>
            </a:extLst>
          </p:cNvPr>
          <p:cNvSpPr/>
          <p:nvPr/>
        </p:nvSpPr>
        <p:spPr bwMode="auto">
          <a:xfrm>
            <a:off x="165695" y="1193631"/>
            <a:ext cx="12648260" cy="3937169"/>
          </a:xfrm>
          <a:prstGeom prst="rect">
            <a:avLst/>
          </a:prstGeom>
          <a:solidFill>
            <a:schemeClr val="bg1"/>
          </a:solidFill>
          <a:ln w="38100">
            <a:solidFill>
              <a:srgbClr val="000000"/>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pP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＜こだわりたいポイント＞</a:t>
            </a: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a:p>
            <a:pPr defTabSz="914400" fontAlgn="base">
              <a:spcBef>
                <a:spcPct val="0"/>
              </a:spcBef>
              <a:spcAft>
                <a:spcPct val="0"/>
              </a:spcAft>
            </a:pP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・世界観やストーリー性を伝えやすくするためにクリア後の演出もこだわりたい</a:t>
            </a:r>
            <a:br>
              <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b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a:p>
            <a:pPr defTabSz="914400" fontAlgn="base">
              <a:spcBef>
                <a:spcPct val="0"/>
              </a:spcBef>
              <a:spcAft>
                <a:spcPct val="0"/>
              </a:spcAft>
            </a:pP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・アクションが苦手な人でも楽しめるように設計したい</a:t>
            </a: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13" name="正方形/長方形 12">
            <a:extLst>
              <a:ext uri="{FF2B5EF4-FFF2-40B4-BE49-F238E27FC236}">
                <a16:creationId xmlns:a16="http://schemas.microsoft.com/office/drawing/2014/main" id="{01CF18E6-C5B9-42CD-91DB-E0E6B15B3355}"/>
              </a:ext>
            </a:extLst>
          </p:cNvPr>
          <p:cNvSpPr/>
          <p:nvPr/>
        </p:nvSpPr>
        <p:spPr bwMode="auto">
          <a:xfrm>
            <a:off x="165695" y="5371174"/>
            <a:ext cx="12648260" cy="3937169"/>
          </a:xfrm>
          <a:prstGeom prst="rect">
            <a:avLst/>
          </a:prstGeom>
          <a:solidFill>
            <a:schemeClr val="bg1"/>
          </a:solidFill>
          <a:ln w="38100">
            <a:solidFill>
              <a:srgbClr val="000000"/>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pP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＜挑戦する技術＞</a:t>
            </a: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a:p>
            <a:pPr defTabSz="914400" fontAlgn="base">
              <a:spcBef>
                <a:spcPct val="0"/>
              </a:spcBef>
              <a:spcAft>
                <a:spcPct val="0"/>
              </a:spcAft>
            </a:pP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a:t>
            </a:r>
            <a:r>
              <a:rPr kumimoji="1" lang="en-US" altLang="ja-JP" sz="2400" dirty="0" err="1">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ImGui</a:t>
            </a: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を使ったｊｓｏｎデータ編集、保存機能ツール作成。</a:t>
            </a: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a:p>
            <a:pPr defTabSz="914400" fontAlgn="base">
              <a:spcBef>
                <a:spcPct val="0"/>
              </a:spcBef>
              <a:spcAft>
                <a:spcPct val="0"/>
              </a:spcAft>
            </a:pP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a:p>
            <a:pPr defTabSz="914400" fontAlgn="base">
              <a:spcBef>
                <a:spcPct val="0"/>
              </a:spcBef>
              <a:spcAft>
                <a:spcPct val="0"/>
              </a:spcAft>
            </a:pP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・機能のモジュール化をしつつ、デザインパターンを使って可読性、再利用性、保守性を向上させる</a:t>
            </a: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a:p>
            <a:pPr defTabSz="914400" fontAlgn="base">
              <a:spcBef>
                <a:spcPct val="0"/>
              </a:spcBef>
              <a:spcAft>
                <a:spcPct val="0"/>
              </a:spcAft>
            </a:pP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（敵にストラテジー、イベントにオブザーバなど</a:t>
            </a:r>
            <a:r>
              <a:rPr kumimoji="1" lang="en-US" altLang="ja-JP" sz="2400" dirty="0" err="1">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etc</a:t>
            </a:r>
            <a:r>
              <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a:t>
            </a: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a:t>
            </a: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a:p>
            <a:pPr defTabSz="914400" fontAlgn="base">
              <a:spcBef>
                <a:spcPct val="0"/>
              </a:spcBef>
              <a:spcAft>
                <a:spcPct val="0"/>
              </a:spcAft>
            </a:pPr>
            <a:br>
              <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b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・敵</a:t>
            </a:r>
            <a:r>
              <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AI</a:t>
            </a:r>
            <a:r>
              <a:rPr kumimoji="1" lang="ja-JP" altLang="en-US"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rPr>
              <a:t>制御をもっと細かく</a:t>
            </a:r>
            <a:endParaRPr kumimoji="1" lang="en-US" altLang="ja-JP"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Tree>
    <p:extLst>
      <p:ext uri="{BB962C8B-B14F-4D97-AF65-F5344CB8AC3E}">
        <p14:creationId xmlns:p14="http://schemas.microsoft.com/office/powerpoint/2010/main" val="1535465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EA0190C-6B18-460B-8E7D-D4FE63597C15}"/>
              </a:ext>
            </a:extLst>
          </p:cNvPr>
          <p:cNvSpPr>
            <a:spLocks noGrp="1"/>
          </p:cNvSpPr>
          <p:nvPr>
            <p:ph type="title"/>
          </p:nvPr>
        </p:nvSpPr>
        <p:spPr>
          <a:xfrm>
            <a:off x="165695" y="251597"/>
            <a:ext cx="12648261" cy="701660"/>
          </a:xfrm>
          <a:solidFill>
            <a:srgbClr val="002060"/>
          </a:solidFill>
          <a:ln w="28575">
            <a:noFill/>
          </a:ln>
        </p:spPr>
        <p:txBody>
          <a:bodyPr anchor="b">
            <a:normAutofit/>
          </a:bodyPr>
          <a:lstStyle/>
          <a:p>
            <a:pPr algn="l"/>
            <a:r>
              <a:rPr lang="ja-JP" altLang="en-US" sz="3600" b="1" dirty="0">
                <a:solidFill>
                  <a:schemeClr val="bg1"/>
                </a:solidFill>
                <a:latin typeface="メイリオ" panose="020B0604030504040204" pitchFamily="50" charset="-128"/>
                <a:ea typeface="メイリオ" panose="020B0604030504040204" pitchFamily="50" charset="-128"/>
              </a:rPr>
              <a:t>追加する要素のイメージ</a:t>
            </a:r>
          </a:p>
        </p:txBody>
      </p:sp>
      <p:sp>
        <p:nvSpPr>
          <p:cNvPr id="5" name="円/楕円 4"/>
          <p:cNvSpPr/>
          <p:nvPr/>
        </p:nvSpPr>
        <p:spPr bwMode="auto">
          <a:xfrm>
            <a:off x="12332043" y="518984"/>
            <a:ext cx="799718" cy="799718"/>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0" name="円/楕円 29"/>
          <p:cNvSpPr/>
          <p:nvPr/>
        </p:nvSpPr>
        <p:spPr bwMode="auto">
          <a:xfrm>
            <a:off x="11886731" y="695776"/>
            <a:ext cx="235604" cy="235604"/>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8" name="フローチャート: 端子 7"/>
          <p:cNvSpPr/>
          <p:nvPr/>
        </p:nvSpPr>
        <p:spPr bwMode="auto">
          <a:xfrm rot="18469270">
            <a:off x="11831602" y="-10107"/>
            <a:ext cx="1376043" cy="256021"/>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1" name="フローチャート: 端子 30"/>
          <p:cNvSpPr/>
          <p:nvPr/>
        </p:nvSpPr>
        <p:spPr bwMode="auto">
          <a:xfrm rot="18469270">
            <a:off x="11045329" y="647402"/>
            <a:ext cx="840692" cy="267022"/>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grpSp>
        <p:nvGrpSpPr>
          <p:cNvPr id="4" name="グループ化 3">
            <a:extLst>
              <a:ext uri="{FF2B5EF4-FFF2-40B4-BE49-F238E27FC236}">
                <a16:creationId xmlns:a16="http://schemas.microsoft.com/office/drawing/2014/main" id="{A98D9E1C-41E8-4BD0-987D-596573E301BC}"/>
              </a:ext>
            </a:extLst>
          </p:cNvPr>
          <p:cNvGrpSpPr/>
          <p:nvPr/>
        </p:nvGrpSpPr>
        <p:grpSpPr>
          <a:xfrm>
            <a:off x="418551" y="1273571"/>
            <a:ext cx="4237492" cy="2591211"/>
            <a:chOff x="474208" y="2741393"/>
            <a:chExt cx="5826300" cy="3562762"/>
          </a:xfrm>
        </p:grpSpPr>
        <p:pic>
          <p:nvPicPr>
            <p:cNvPr id="10" name="図 9">
              <a:extLst>
                <a:ext uri="{FF2B5EF4-FFF2-40B4-BE49-F238E27FC236}">
                  <a16:creationId xmlns:a16="http://schemas.microsoft.com/office/drawing/2014/main" id="{CE0EEBB3-B942-4CFF-955C-58F9984CAA2F}"/>
                </a:ext>
              </a:extLst>
            </p:cNvPr>
            <p:cNvPicPr>
              <a:picLocks noChangeAspect="1"/>
            </p:cNvPicPr>
            <p:nvPr/>
          </p:nvPicPr>
          <p:blipFill>
            <a:blip r:embed="rId3"/>
            <a:stretch>
              <a:fillRect/>
            </a:stretch>
          </p:blipFill>
          <p:spPr>
            <a:xfrm>
              <a:off x="474208" y="2741393"/>
              <a:ext cx="5826300" cy="3562762"/>
            </a:xfrm>
            <a:prstGeom prst="rect">
              <a:avLst/>
            </a:prstGeom>
          </p:spPr>
        </p:pic>
        <p:pic>
          <p:nvPicPr>
            <p:cNvPr id="1036" name="Picture 12" descr="かわいいゴーストのイラスト素材｜無料ダウンロード IllustCute">
              <a:extLst>
                <a:ext uri="{FF2B5EF4-FFF2-40B4-BE49-F238E27FC236}">
                  <a16:creationId xmlns:a16="http://schemas.microsoft.com/office/drawing/2014/main" id="{6E8CFAA8-11CD-41F8-A11A-35B3A0E5543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980" b="5712"/>
            <a:stretch/>
          </p:blipFill>
          <p:spPr bwMode="auto">
            <a:xfrm rot="781499">
              <a:off x="1009567" y="3680949"/>
              <a:ext cx="784618" cy="76252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2" descr="かわいいゴーストのイラスト素材｜無料ダウンロード IllustCute">
              <a:extLst>
                <a:ext uri="{FF2B5EF4-FFF2-40B4-BE49-F238E27FC236}">
                  <a16:creationId xmlns:a16="http://schemas.microsoft.com/office/drawing/2014/main" id="{AE67E2FD-B264-438E-8225-394337A40E3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980" b="5712"/>
            <a:stretch/>
          </p:blipFill>
          <p:spPr bwMode="auto">
            <a:xfrm rot="20683609">
              <a:off x="4161437" y="4650025"/>
              <a:ext cx="784618" cy="76252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かっこいい剣のフリーイラスト - 武器の無料素材 - チコデザ">
              <a:extLst>
                <a:ext uri="{FF2B5EF4-FFF2-40B4-BE49-F238E27FC236}">
                  <a16:creationId xmlns:a16="http://schemas.microsoft.com/office/drawing/2014/main" id="{AE93A235-090D-4BC9-91FF-A15162AA509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9548161">
              <a:off x="3658326" y="4402710"/>
              <a:ext cx="1062912" cy="132797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火・炎のイラスト | かわいいフリー素材集 いらすとや">
              <a:extLst>
                <a:ext uri="{FF2B5EF4-FFF2-40B4-BE49-F238E27FC236}">
                  <a16:creationId xmlns:a16="http://schemas.microsoft.com/office/drawing/2014/main" id="{87277B56-3853-41DA-BA3D-C3FFF1B3878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78279" y="4229753"/>
              <a:ext cx="615356" cy="63352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 descr="火・炎のイラスト | かわいいフリー素材集 いらすとや">
              <a:extLst>
                <a:ext uri="{FF2B5EF4-FFF2-40B4-BE49-F238E27FC236}">
                  <a16:creationId xmlns:a16="http://schemas.microsoft.com/office/drawing/2014/main" id="{5452F3F3-DA8F-41A6-A178-E5D49367D92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732702" y="4218807"/>
              <a:ext cx="341800" cy="3518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グループ化 10">
            <a:extLst>
              <a:ext uri="{FF2B5EF4-FFF2-40B4-BE49-F238E27FC236}">
                <a16:creationId xmlns:a16="http://schemas.microsoft.com/office/drawing/2014/main" id="{FF5E76D8-6D8E-42CE-8168-81048CAE7D16}"/>
              </a:ext>
            </a:extLst>
          </p:cNvPr>
          <p:cNvGrpSpPr/>
          <p:nvPr/>
        </p:nvGrpSpPr>
        <p:grpSpPr>
          <a:xfrm>
            <a:off x="418551" y="3926822"/>
            <a:ext cx="4301918" cy="2591211"/>
            <a:chOff x="6751664" y="4895544"/>
            <a:chExt cx="5914883" cy="3562762"/>
          </a:xfrm>
        </p:grpSpPr>
        <p:pic>
          <p:nvPicPr>
            <p:cNvPr id="22" name="図 21">
              <a:extLst>
                <a:ext uri="{FF2B5EF4-FFF2-40B4-BE49-F238E27FC236}">
                  <a16:creationId xmlns:a16="http://schemas.microsoft.com/office/drawing/2014/main" id="{3B843FA1-C150-43FB-8DE0-B4232DABBA48}"/>
                </a:ext>
              </a:extLst>
            </p:cNvPr>
            <p:cNvPicPr>
              <a:picLocks noChangeAspect="1"/>
            </p:cNvPicPr>
            <p:nvPr/>
          </p:nvPicPr>
          <p:blipFill>
            <a:blip r:embed="rId8"/>
            <a:stretch>
              <a:fillRect/>
            </a:stretch>
          </p:blipFill>
          <p:spPr>
            <a:xfrm>
              <a:off x="6751664" y="4895544"/>
              <a:ext cx="5745409" cy="3562762"/>
            </a:xfrm>
            <a:prstGeom prst="rect">
              <a:avLst/>
            </a:prstGeom>
          </p:spPr>
        </p:pic>
        <p:pic>
          <p:nvPicPr>
            <p:cNvPr id="23" name="Picture 2" descr="拍手している手（音）1 | かわいい手描きの無料イラスト｜商用利用OKのフリー素材｜てがきっず">
              <a:extLst>
                <a:ext uri="{FF2B5EF4-FFF2-40B4-BE49-F238E27FC236}">
                  <a16:creationId xmlns:a16="http://schemas.microsoft.com/office/drawing/2014/main" id="{F6DD07A4-EDF3-4C96-9B06-FFD88FEABB8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1000309" flipH="1">
              <a:off x="10655417" y="6842611"/>
              <a:ext cx="1299721" cy="144859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拍手している手（音）1 | かわいい手描きの無料イラスト｜商用利用OKのフリー素材｜てがきっず">
              <a:extLst>
                <a:ext uri="{FF2B5EF4-FFF2-40B4-BE49-F238E27FC236}">
                  <a16:creationId xmlns:a16="http://schemas.microsoft.com/office/drawing/2014/main" id="{977B3AF1-C6CC-4132-94C5-00FB8D2C831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20715203" flipH="1">
              <a:off x="11093987" y="5568663"/>
              <a:ext cx="1299721" cy="1448593"/>
            </a:xfrm>
            <a:prstGeom prst="rect">
              <a:avLst/>
            </a:prstGeom>
            <a:noFill/>
            <a:extLst>
              <a:ext uri="{909E8E84-426E-40DD-AFC4-6F175D3DCCD1}">
                <a14:hiddenFill xmlns:a14="http://schemas.microsoft.com/office/drawing/2010/main">
                  <a:solidFill>
                    <a:srgbClr val="FFFFFF"/>
                  </a:solidFill>
                </a14:hiddenFill>
              </a:ext>
            </a:extLst>
          </p:spPr>
        </p:pic>
        <p:sp>
          <p:nvSpPr>
            <p:cNvPr id="26" name="テキスト ボックス 25">
              <a:extLst>
                <a:ext uri="{FF2B5EF4-FFF2-40B4-BE49-F238E27FC236}">
                  <a16:creationId xmlns:a16="http://schemas.microsoft.com/office/drawing/2014/main" id="{BB8FC11B-EF34-4C0C-BB53-04F64ABBE7A9}"/>
                </a:ext>
              </a:extLst>
            </p:cNvPr>
            <p:cNvSpPr txBox="1"/>
            <p:nvPr/>
          </p:nvSpPr>
          <p:spPr>
            <a:xfrm>
              <a:off x="10073712" y="6707232"/>
              <a:ext cx="2592835" cy="507810"/>
            </a:xfrm>
            <a:prstGeom prst="rect">
              <a:avLst/>
            </a:prstGeom>
            <a:noFill/>
            <a:ln>
              <a:noFill/>
            </a:ln>
          </p:spPr>
          <p:txBody>
            <a:bodyPr wrap="square" rtlCol="0">
              <a:spAutoFit/>
            </a:bodyPr>
            <a:lstStyle/>
            <a:p>
              <a:r>
                <a:rPr kumimoji="1" lang="en-US" altLang="ja-JP" i="1" spc="-150" dirty="0">
                  <a:ln>
                    <a:solidFill>
                      <a:schemeClr val="bg1"/>
                    </a:solidFill>
                  </a:ln>
                  <a:solidFill>
                    <a:srgbClr val="FFC000"/>
                  </a:solidFill>
                  <a:latin typeface="Goudy Stout" panose="0202090407030B020401" pitchFamily="18" charset="0"/>
                </a:rPr>
                <a:t>GREAT!</a:t>
              </a:r>
              <a:endParaRPr kumimoji="1" lang="ja-JP" altLang="en-US" i="1" spc="-150" dirty="0">
                <a:ln>
                  <a:solidFill>
                    <a:schemeClr val="bg1"/>
                  </a:solidFill>
                </a:ln>
                <a:solidFill>
                  <a:srgbClr val="FFC000"/>
                </a:solidFill>
                <a:latin typeface="Goudy Stout" panose="0202090407030B020401" pitchFamily="18" charset="0"/>
              </a:endParaRPr>
            </a:p>
          </p:txBody>
        </p:sp>
      </p:grpSp>
      <p:sp>
        <p:nvSpPr>
          <p:cNvPr id="27" name="テキスト ボックス 26">
            <a:extLst>
              <a:ext uri="{FF2B5EF4-FFF2-40B4-BE49-F238E27FC236}">
                <a16:creationId xmlns:a16="http://schemas.microsoft.com/office/drawing/2014/main" id="{C98732BC-5843-4DEF-8287-CB540C00ADA2}"/>
              </a:ext>
            </a:extLst>
          </p:cNvPr>
          <p:cNvSpPr txBox="1"/>
          <p:nvPr/>
        </p:nvSpPr>
        <p:spPr>
          <a:xfrm>
            <a:off x="4990257" y="1432282"/>
            <a:ext cx="7874001" cy="2308324"/>
          </a:xfrm>
          <a:prstGeom prst="rect">
            <a:avLst/>
          </a:prstGeom>
          <a:solidFill>
            <a:schemeClr val="bg1"/>
          </a:solidFill>
          <a:ln>
            <a:solidFill>
              <a:schemeClr val="tx1"/>
            </a:solidFill>
          </a:ln>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雑魚敵、もしくは第２形態の追加。</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敵の攻撃パターン追加。</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→アクションが苦手な人でも遊べるゲームとして実装したが、慣れている人からすると退屈になってしまうので、</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戦闘をもう少し複雑にしたい</a:t>
            </a:r>
            <a:endParaRPr kumimoji="1" lang="en-US" altLang="ja-JP" sz="2400" dirty="0">
              <a:latin typeface="メイリオ" panose="020B0604030504040204" pitchFamily="50" charset="-128"/>
              <a:ea typeface="メイリオ" panose="020B0604030504040204" pitchFamily="50" charset="-128"/>
            </a:endParaRPr>
          </a:p>
          <a:p>
            <a:endParaRPr kumimoji="1" lang="en-US" altLang="ja-JP" sz="2400" dirty="0">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F88AFD98-4F76-43EF-8812-4156F54E0B8D}"/>
              </a:ext>
            </a:extLst>
          </p:cNvPr>
          <p:cNvSpPr txBox="1"/>
          <p:nvPr/>
        </p:nvSpPr>
        <p:spPr>
          <a:xfrm>
            <a:off x="5012284" y="4315301"/>
            <a:ext cx="7874001" cy="1569660"/>
          </a:xfrm>
          <a:prstGeom prst="rect">
            <a:avLst/>
          </a:prstGeom>
          <a:solidFill>
            <a:schemeClr val="bg1"/>
          </a:solidFill>
          <a:ln>
            <a:solidFill>
              <a:schemeClr val="tx1"/>
            </a:solidFill>
          </a:ln>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観客の追加。</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ジャストパリィの追加</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→タイミングよくパリィすることで、観客を盛り上げ、一定量まで盛り上げるとデバフやバフ効果を得る。</a:t>
            </a:r>
            <a:endParaRPr kumimoji="1" lang="en-US" altLang="ja-JP" sz="2400" dirty="0">
              <a:latin typeface="メイリオ" panose="020B0604030504040204" pitchFamily="50" charset="-128"/>
              <a:ea typeface="メイリオ" panose="020B0604030504040204" pitchFamily="50" charset="-128"/>
            </a:endParaRPr>
          </a:p>
        </p:txBody>
      </p:sp>
      <p:pic>
        <p:nvPicPr>
          <p:cNvPr id="2054" name="Picture 6" descr="紙吹雪（多） - かわいいフリーイラスト素材集【ぴくらいく】｜商用利用可">
            <a:extLst>
              <a:ext uri="{FF2B5EF4-FFF2-40B4-BE49-F238E27FC236}">
                <a16:creationId xmlns:a16="http://schemas.microsoft.com/office/drawing/2014/main" id="{FCBE2E21-2761-48F8-A624-0E8C2D62DD6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13893" y="6825670"/>
            <a:ext cx="2716519" cy="271651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劇場のカーテンのイラスト | 無料イラスト かわいいフリー素材集 いらすとや">
            <a:extLst>
              <a:ext uri="{FF2B5EF4-FFF2-40B4-BE49-F238E27FC236}">
                <a16:creationId xmlns:a16="http://schemas.microsoft.com/office/drawing/2014/main" id="{3CCC1E21-E899-4C4F-8270-EE9AAA029FC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9718" y="6496950"/>
            <a:ext cx="4237492" cy="33014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オリジナルカメラ要素アイコンイラスト画像とPSDフリー素材透過の無料ダウンロード - Pngtree">
            <a:extLst>
              <a:ext uri="{FF2B5EF4-FFF2-40B4-BE49-F238E27FC236}">
                <a16:creationId xmlns:a16="http://schemas.microsoft.com/office/drawing/2014/main" id="{B9DA9D8E-5C08-4675-A41E-AAD9D09C58BA}"/>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19919592">
            <a:off x="880182" y="6915130"/>
            <a:ext cx="1078695" cy="107869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一冊の本のイラスト | かわいいフリー素材が無料のイラストレイン">
            <a:extLst>
              <a:ext uri="{FF2B5EF4-FFF2-40B4-BE49-F238E27FC236}">
                <a16:creationId xmlns:a16="http://schemas.microsoft.com/office/drawing/2014/main" id="{9884C335-6EFD-4FC8-91B9-76F807CE534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584670" y="7280547"/>
            <a:ext cx="1234347" cy="1234347"/>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ゲームのコントローラーのイラスト | かわいいフリー素材集 いらすとや">
            <a:extLst>
              <a:ext uri="{FF2B5EF4-FFF2-40B4-BE49-F238E27FC236}">
                <a16:creationId xmlns:a16="http://schemas.microsoft.com/office/drawing/2014/main" id="{4D201A52-68B7-4193-B567-6208E668562D}"/>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rot="749155">
            <a:off x="1305105" y="8373628"/>
            <a:ext cx="1309827" cy="1309827"/>
          </a:xfrm>
          <a:prstGeom prst="rect">
            <a:avLst/>
          </a:prstGeom>
          <a:noFill/>
          <a:extLst>
            <a:ext uri="{909E8E84-426E-40DD-AFC4-6F175D3DCCD1}">
              <a14:hiddenFill xmlns:a14="http://schemas.microsoft.com/office/drawing/2010/main">
                <a:solidFill>
                  <a:srgbClr val="FFFFFF"/>
                </a:solidFill>
              </a14:hiddenFill>
            </a:ext>
          </a:extLst>
        </p:spPr>
      </p:pic>
      <p:sp>
        <p:nvSpPr>
          <p:cNvPr id="39" name="テキスト ボックス 38">
            <a:extLst>
              <a:ext uri="{FF2B5EF4-FFF2-40B4-BE49-F238E27FC236}">
                <a16:creationId xmlns:a16="http://schemas.microsoft.com/office/drawing/2014/main" id="{4BAC5802-3FF0-424C-BF3A-330374FF32D0}"/>
              </a:ext>
            </a:extLst>
          </p:cNvPr>
          <p:cNvSpPr txBox="1"/>
          <p:nvPr/>
        </p:nvSpPr>
        <p:spPr>
          <a:xfrm>
            <a:off x="4990257" y="6926292"/>
            <a:ext cx="7874001" cy="2308324"/>
          </a:xfrm>
          <a:prstGeom prst="rect">
            <a:avLst/>
          </a:prstGeom>
          <a:solidFill>
            <a:schemeClr val="bg1"/>
          </a:solidFill>
          <a:ln>
            <a:solidFill>
              <a:schemeClr val="tx1"/>
            </a:solidFill>
          </a:ln>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ロックオン機能追加。</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クリア後の演出追加。</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アイテムの追加など</a:t>
            </a:r>
            <a:endParaRPr kumimoji="1" lang="en-US" altLang="ja-JP" sz="2400" dirty="0">
              <a:latin typeface="メイリオ" panose="020B0604030504040204" pitchFamily="50" charset="-128"/>
              <a:ea typeface="メイリオ" panose="020B0604030504040204" pitchFamily="50" charset="-128"/>
            </a:endParaRPr>
          </a:p>
          <a:p>
            <a:r>
              <a:rPr kumimoji="1" lang="ja-JP" altLang="en-US" sz="2400" dirty="0">
                <a:latin typeface="メイリオ" panose="020B0604030504040204" pitchFamily="50" charset="-128"/>
                <a:ea typeface="メイリオ" panose="020B0604030504040204" pitchFamily="50" charset="-128"/>
              </a:rPr>
              <a:t>→カメラ機能の改善、敵を倒した後の演出の追加。戦闘を複雑にするので、アクションが苦手な人でも倒せるための補助アイテムの追加をしたい。</a:t>
            </a:r>
            <a:endParaRPr kumimoji="1" lang="en-US" altLang="ja-JP"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2381920"/>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lumMod val="20000"/>
            <a:lumOff val="80000"/>
          </a:schemeClr>
        </a:solidFill>
        <a:ln>
          <a:solidFill>
            <a:schemeClr val="accent2">
              <a:lumMod val="50000"/>
            </a:schemeClr>
          </a:solidFill>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C2961D859B1A8B4697EC07BF3C3DAD3B" ma:contentTypeVersion="15" ma:contentTypeDescription="新しいドキュメントを作成します。" ma:contentTypeScope="" ma:versionID="ab0ad3b8596db009aba937b3e43a8a7f">
  <xsd:schema xmlns:xsd="http://www.w3.org/2001/XMLSchema" xmlns:xs="http://www.w3.org/2001/XMLSchema" xmlns:p="http://schemas.microsoft.com/office/2006/metadata/properties" xmlns:ns2="02709b60-37ec-424b-b681-c6612ac7fe32" xmlns:ns3="f9048785-d070-4c78-8f2f-ed2b48eb345c" targetNamespace="http://schemas.microsoft.com/office/2006/metadata/properties" ma:root="true" ma:fieldsID="bd157c9246152f7d64d090db49938ccd" ns2:_="" ns3:_="">
    <xsd:import namespace="02709b60-37ec-424b-b681-c6612ac7fe32"/>
    <xsd:import namespace="f9048785-d070-4c78-8f2f-ed2b48eb34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709b60-37ec-424b-b681-c6612ac7fe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7a3d4e50-da24-4b51-9333-67165e7dee8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048785-d070-4c78-8f2f-ed2b48eb345c"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c76fc6dc-39d0-4a2e-a4a9-623828d4e622}" ma:internalName="TaxCatchAll" ma:showField="CatchAllData" ma:web="f9048785-d070-4c78-8f2f-ed2b48eb345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9048785-d070-4c78-8f2f-ed2b48eb345c" xsi:nil="true"/>
    <lcf76f155ced4ddcb4097134ff3c332f xmlns="02709b60-37ec-424b-b681-c6612ac7fe3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7AE9AB-80E8-4F7E-8271-65FC8752E4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709b60-37ec-424b-b681-c6612ac7fe32"/>
    <ds:schemaRef ds:uri="f9048785-d070-4c78-8f2f-ed2b48eb34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49CE55E-098B-4E48-AF86-E65EA21E3ADA}">
  <ds:schemaRefs>
    <ds:schemaRef ds:uri="0c73c1f5-50cd-4477-a315-44bef7b8a847"/>
    <ds:schemaRef ds:uri="aaa52e1c-8772-4366-aa63-bf636c80ebd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f9048785-d070-4c78-8f2f-ed2b48eb345c"/>
    <ds:schemaRef ds:uri="02709b60-37ec-424b-b681-c6612ac7fe32"/>
  </ds:schemaRefs>
</ds:datastoreItem>
</file>

<file path=customXml/itemProps3.xml><?xml version="1.0" encoding="utf-8"?>
<ds:datastoreItem xmlns:ds="http://schemas.openxmlformats.org/officeDocument/2006/customXml" ds:itemID="{7548941E-71E2-4531-BC0F-EE0D630B2A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296</TotalTime>
  <Words>368</Words>
  <Application>Microsoft Office PowerPoint</Application>
  <PresentationFormat>ユーザー設定</PresentationFormat>
  <Paragraphs>61</Paragraphs>
  <Slides>4</Slides>
  <Notes>4</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vt:i4>
      </vt:variant>
    </vt:vector>
  </HeadingPairs>
  <TitlesOfParts>
    <vt:vector size="11" baseType="lpstr">
      <vt:lpstr>HGP創英角ｺﾞｼｯｸUB</vt:lpstr>
      <vt:lpstr>メイリオ</vt:lpstr>
      <vt:lpstr>Arial</vt:lpstr>
      <vt:lpstr>Calibri</vt:lpstr>
      <vt:lpstr>Calibri Light</vt:lpstr>
      <vt:lpstr>Goudy Stout</vt:lpstr>
      <vt:lpstr>Office テーマ</vt:lpstr>
      <vt:lpstr>ゲーム概要V2</vt:lpstr>
      <vt:lpstr>ゲーム画面 イメージ</vt:lpstr>
      <vt:lpstr>個人目標設定</vt:lpstr>
      <vt:lpstr>追加する要素のイメージ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アイディアをゲームにしてみよう！</dc:title>
  <dc:creator>Microsoft アカウント</dc:creator>
  <cp:lastModifiedBy>善原　敬子</cp:lastModifiedBy>
  <cp:revision>47</cp:revision>
  <dcterms:created xsi:type="dcterms:W3CDTF">2022-03-11T03:47:55Z</dcterms:created>
  <dcterms:modified xsi:type="dcterms:W3CDTF">2026-04-23T05:20:31Z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0x010100C2961D859B1A8B4697EC07BF3C3DAD3B</vt:lpwstr>
  </property>
  <property fmtid="{D5CDD505-2E9C-101B-9397-08002B2CF9AE}" pid="3" name="MediaServiceImageTags">
    <vt:lpwstr/>
  </property>
</Properties>
</file>